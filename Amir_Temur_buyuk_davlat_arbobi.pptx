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52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5132" y="2059012"/>
            <a:ext cx="9146751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19" y="2166365"/>
            <a:ext cx="8603674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970315"/>
            <a:ext cx="6858000" cy="130925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919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429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5132" y="2059012"/>
            <a:ext cx="9146751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4893" y="2208879"/>
            <a:ext cx="7886700" cy="16764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4893" y="3984400"/>
            <a:ext cx="7886700" cy="1174639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2880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797" y="2011680"/>
            <a:ext cx="365760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2011680"/>
            <a:ext cx="365760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199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913470"/>
            <a:ext cx="365760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656566"/>
            <a:ext cx="365760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428" y="1913470"/>
            <a:ext cx="365760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00428" y="2656564"/>
            <a:ext cx="365760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203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234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577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148840"/>
            <a:ext cx="4572000" cy="38404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92568" y="2147487"/>
            <a:ext cx="256032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70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0" y="2211494"/>
            <a:ext cx="4754880" cy="384048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85351" y="2150621"/>
            <a:ext cx="256032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774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73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764484" y="0"/>
            <a:ext cx="20574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0468" y="609600"/>
            <a:ext cx="1801785" cy="56388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609600"/>
            <a:ext cx="5979968" cy="56388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422855"/>
            <a:ext cx="2057397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32102" y="6422855"/>
            <a:ext cx="320975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4787" y="6422855"/>
            <a:ext cx="659819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53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62" y="176109"/>
            <a:ext cx="9141714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019" y="284176"/>
            <a:ext cx="777240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019" y="2011680"/>
            <a:ext cx="777240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557" y="6422855"/>
            <a:ext cx="2595043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91000" y="6422855"/>
            <a:ext cx="40606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65139" y="6422855"/>
            <a:ext cx="709698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7986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t>Amir Temur — buyuk davlat arbobi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dirty="0" err="1"/>
              <a:t>Taqdimot</a:t>
            </a:r>
            <a:r>
              <a:rPr lang="en-US" dirty="0" err="1"/>
              <a:t>chi</a:t>
            </a:r>
            <a:r>
              <a:rPr dirty="0"/>
              <a:t>: </a:t>
            </a:r>
            <a:r>
              <a:rPr dirty="0" err="1"/>
              <a:t>Atamjon</a:t>
            </a:r>
            <a:r>
              <a:rPr lang="en-US" dirty="0"/>
              <a:t> </a:t>
            </a:r>
            <a:r>
              <a:rPr lang="en-US" dirty="0" err="1"/>
              <a:t>Raximov</a:t>
            </a:r>
            <a:endParaRPr dirty="0"/>
          </a:p>
          <a:p>
            <a:r>
              <a:rPr lang="en-US" dirty="0"/>
              <a:t>Java 407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Kirish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Amir Temur </a:t>
            </a:r>
            <a:r>
              <a:rPr lang="en-US" dirty="0"/>
              <a:t>-</a:t>
            </a:r>
            <a:r>
              <a:rPr dirty="0"/>
              <a:t> </a:t>
            </a:r>
            <a:r>
              <a:rPr dirty="0" err="1"/>
              <a:t>O‘rta</a:t>
            </a:r>
            <a:r>
              <a:rPr dirty="0"/>
              <a:t> </a:t>
            </a:r>
            <a:r>
              <a:rPr dirty="0" err="1"/>
              <a:t>asrlarning</a:t>
            </a:r>
            <a:r>
              <a:rPr dirty="0"/>
              <a:t> </a:t>
            </a:r>
            <a:r>
              <a:rPr dirty="0" err="1"/>
              <a:t>eng</a:t>
            </a:r>
            <a:r>
              <a:rPr dirty="0"/>
              <a:t> </a:t>
            </a:r>
            <a:r>
              <a:rPr dirty="0" err="1"/>
              <a:t>buyuk</a:t>
            </a:r>
            <a:r>
              <a:rPr dirty="0"/>
              <a:t> </a:t>
            </a:r>
            <a:r>
              <a:rPr dirty="0" err="1"/>
              <a:t>sarkardalaridan</a:t>
            </a:r>
            <a:r>
              <a:rPr dirty="0"/>
              <a:t> </a:t>
            </a:r>
            <a:r>
              <a:rPr dirty="0" err="1"/>
              <a:t>va</a:t>
            </a:r>
            <a:r>
              <a:rPr dirty="0"/>
              <a:t> </a:t>
            </a:r>
            <a:r>
              <a:rPr dirty="0" err="1"/>
              <a:t>davlat</a:t>
            </a:r>
            <a:r>
              <a:rPr dirty="0"/>
              <a:t> </a:t>
            </a:r>
            <a:r>
              <a:rPr dirty="0" err="1"/>
              <a:t>arboblaridan</a:t>
            </a:r>
            <a:r>
              <a:rPr dirty="0"/>
              <a:t> </a:t>
            </a:r>
            <a:r>
              <a:rPr dirty="0" err="1"/>
              <a:t>biridir</a:t>
            </a:r>
            <a:r>
              <a:rPr dirty="0"/>
              <a:t>. U </a:t>
            </a:r>
            <a:r>
              <a:rPr dirty="0" err="1"/>
              <a:t>Movarounnahrda</a:t>
            </a:r>
            <a:r>
              <a:rPr dirty="0"/>
              <a:t> </a:t>
            </a:r>
            <a:r>
              <a:rPr dirty="0" err="1"/>
              <a:t>kuchli</a:t>
            </a:r>
            <a:r>
              <a:rPr dirty="0"/>
              <a:t> </a:t>
            </a:r>
            <a:r>
              <a:rPr dirty="0" err="1"/>
              <a:t>markazlashgan</a:t>
            </a:r>
            <a:r>
              <a:rPr dirty="0"/>
              <a:t> </a:t>
            </a:r>
            <a:r>
              <a:rPr dirty="0" err="1"/>
              <a:t>davlat</a:t>
            </a:r>
            <a:r>
              <a:rPr dirty="0"/>
              <a:t> </a:t>
            </a:r>
            <a:r>
              <a:rPr dirty="0" err="1"/>
              <a:t>barpo</a:t>
            </a:r>
            <a:r>
              <a:rPr dirty="0"/>
              <a:t> </a:t>
            </a:r>
            <a:r>
              <a:rPr dirty="0" err="1"/>
              <a:t>etdi</a:t>
            </a:r>
            <a:r>
              <a:rPr dirty="0"/>
              <a:t> </a:t>
            </a:r>
            <a:r>
              <a:rPr dirty="0" err="1"/>
              <a:t>va</a:t>
            </a:r>
            <a:r>
              <a:rPr dirty="0"/>
              <a:t> </a:t>
            </a:r>
            <a:r>
              <a:rPr dirty="0" err="1"/>
              <a:t>butun</a:t>
            </a:r>
            <a:r>
              <a:rPr dirty="0"/>
              <a:t> </a:t>
            </a:r>
            <a:r>
              <a:rPr dirty="0" err="1"/>
              <a:t>dunyo</a:t>
            </a:r>
            <a:r>
              <a:rPr dirty="0"/>
              <a:t> </a:t>
            </a:r>
            <a:r>
              <a:rPr dirty="0" err="1"/>
              <a:t>tarixida</a:t>
            </a:r>
            <a:r>
              <a:rPr dirty="0"/>
              <a:t> </a:t>
            </a:r>
            <a:r>
              <a:rPr dirty="0" err="1"/>
              <a:t>o‘z</a:t>
            </a:r>
            <a:r>
              <a:rPr dirty="0"/>
              <a:t> </a:t>
            </a:r>
            <a:r>
              <a:rPr dirty="0" err="1"/>
              <a:t>nomini</a:t>
            </a:r>
            <a:r>
              <a:rPr dirty="0"/>
              <a:t> </a:t>
            </a:r>
            <a:r>
              <a:rPr dirty="0" err="1"/>
              <a:t>oltin</a:t>
            </a:r>
            <a:r>
              <a:rPr dirty="0"/>
              <a:t> </a:t>
            </a:r>
            <a:r>
              <a:rPr dirty="0" err="1"/>
              <a:t>harflar</a:t>
            </a:r>
            <a:r>
              <a:rPr dirty="0"/>
              <a:t> </a:t>
            </a:r>
            <a:r>
              <a:rPr dirty="0" err="1"/>
              <a:t>bilan</a:t>
            </a:r>
            <a:r>
              <a:rPr dirty="0"/>
              <a:t> </a:t>
            </a:r>
            <a:r>
              <a:rPr dirty="0" err="1"/>
              <a:t>qoldirdi</a:t>
            </a:r>
            <a:r>
              <a:rPr dirty="0"/>
              <a:t>.</a:t>
            </a:r>
          </a:p>
        </p:txBody>
      </p:sp>
      <p:pic>
        <p:nvPicPr>
          <p:cNvPr id="1028" name="Picture 4" descr="Amir Temur">
            <a:extLst>
              <a:ext uri="{FF2B5EF4-FFF2-40B4-BE49-F238E27FC236}">
                <a16:creationId xmlns:a16="http://schemas.microsoft.com/office/drawing/2014/main" id="{A08E85F4-BCF2-458A-9798-FD9FCC95E1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0289" y="3602633"/>
            <a:ext cx="4100512" cy="2615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DP University - YouTube">
            <a:extLst>
              <a:ext uri="{FF2B5EF4-FFF2-40B4-BE49-F238E27FC236}">
                <a16:creationId xmlns:a16="http://schemas.microsoft.com/office/drawing/2014/main" id="{9003AA2E-5BBD-4959-9829-C68FD0E66B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167" y="265125"/>
            <a:ext cx="1508761" cy="1508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Bolaligi va kelib chiqishi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Amir Temur 1336-yil 9-aprel </a:t>
            </a:r>
            <a:r>
              <a:rPr dirty="0" err="1"/>
              <a:t>kuni</a:t>
            </a:r>
            <a:r>
              <a:rPr dirty="0"/>
              <a:t> Kesh (</a:t>
            </a:r>
            <a:r>
              <a:rPr dirty="0" err="1"/>
              <a:t>hozirgi</a:t>
            </a:r>
            <a:r>
              <a:rPr dirty="0"/>
              <a:t> </a:t>
            </a:r>
            <a:r>
              <a:rPr dirty="0" err="1"/>
              <a:t>Shahrisabz</a:t>
            </a:r>
            <a:r>
              <a:rPr dirty="0"/>
              <a:t>) </a:t>
            </a:r>
            <a:r>
              <a:rPr dirty="0" err="1"/>
              <a:t>yaqinidagi</a:t>
            </a:r>
            <a:r>
              <a:rPr dirty="0"/>
              <a:t> </a:t>
            </a:r>
            <a:r>
              <a:rPr dirty="0" err="1"/>
              <a:t>Xo‘ja</a:t>
            </a:r>
            <a:r>
              <a:rPr dirty="0"/>
              <a:t> </a:t>
            </a:r>
            <a:r>
              <a:rPr dirty="0" err="1"/>
              <a:t>Ilg‘or</a:t>
            </a:r>
            <a:r>
              <a:rPr dirty="0"/>
              <a:t> </a:t>
            </a:r>
            <a:r>
              <a:rPr dirty="0" err="1"/>
              <a:t>qishlog‘ida</a:t>
            </a:r>
            <a:r>
              <a:rPr dirty="0"/>
              <a:t> </a:t>
            </a:r>
            <a:r>
              <a:rPr dirty="0" err="1"/>
              <a:t>tug‘ilgan</a:t>
            </a:r>
            <a:r>
              <a:rPr dirty="0"/>
              <a:t>. U </a:t>
            </a:r>
            <a:r>
              <a:rPr dirty="0" err="1"/>
              <a:t>barlos</a:t>
            </a:r>
            <a:r>
              <a:rPr dirty="0"/>
              <a:t> </a:t>
            </a:r>
            <a:r>
              <a:rPr dirty="0" err="1"/>
              <a:t>urug‘iga</a:t>
            </a:r>
            <a:r>
              <a:rPr dirty="0"/>
              <a:t> </a:t>
            </a:r>
            <a:r>
              <a:rPr dirty="0" err="1"/>
              <a:t>mansub</a:t>
            </a:r>
            <a:r>
              <a:rPr dirty="0"/>
              <a:t> </a:t>
            </a:r>
            <a:r>
              <a:rPr dirty="0" err="1"/>
              <a:t>bo‘lib</a:t>
            </a:r>
            <a:r>
              <a:rPr dirty="0"/>
              <a:t>, </a:t>
            </a:r>
            <a:r>
              <a:rPr dirty="0" err="1"/>
              <a:t>otasi</a:t>
            </a:r>
            <a:r>
              <a:rPr dirty="0"/>
              <a:t> Amir </a:t>
            </a:r>
            <a:r>
              <a:rPr dirty="0" err="1"/>
              <a:t>Tarag‘ay</a:t>
            </a:r>
            <a:r>
              <a:rPr dirty="0"/>
              <a:t> </a:t>
            </a:r>
            <a:r>
              <a:rPr dirty="0" err="1"/>
              <a:t>nufuzli</a:t>
            </a:r>
            <a:r>
              <a:rPr dirty="0"/>
              <a:t> </a:t>
            </a:r>
            <a:r>
              <a:rPr dirty="0" err="1"/>
              <a:t>kishilardan</a:t>
            </a:r>
            <a:r>
              <a:rPr dirty="0"/>
              <a:t> </a:t>
            </a:r>
            <a:r>
              <a:rPr dirty="0" err="1"/>
              <a:t>edi</a:t>
            </a:r>
            <a:r>
              <a:rPr dirty="0"/>
              <a:t>.</a:t>
            </a:r>
          </a:p>
        </p:txBody>
      </p:sp>
      <p:pic>
        <p:nvPicPr>
          <p:cNvPr id="4" name="Picture 2" descr="PDP University - YouTube">
            <a:extLst>
              <a:ext uri="{FF2B5EF4-FFF2-40B4-BE49-F238E27FC236}">
                <a16:creationId xmlns:a16="http://schemas.microsoft.com/office/drawing/2014/main" id="{5BA96083-0DB5-4C7D-B939-79352CB44F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9217" y="265125"/>
            <a:ext cx="1508761" cy="1508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Amir Temur – The Foundation of Our ...">
            <a:extLst>
              <a:ext uri="{FF2B5EF4-FFF2-40B4-BE49-F238E27FC236}">
                <a16:creationId xmlns:a16="http://schemas.microsoft.com/office/drawing/2014/main" id="{78535220-01E3-498A-85C3-46D88451C7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119" y="3429000"/>
            <a:ext cx="28575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Timur - Wikipedia">
            <a:extLst>
              <a:ext uri="{FF2B5EF4-FFF2-40B4-BE49-F238E27FC236}">
                <a16:creationId xmlns:a16="http://schemas.microsoft.com/office/drawing/2014/main" id="{6E9DEF49-AB55-4BFE-9CF0-C93BF5ED0D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2706" y="3219450"/>
            <a:ext cx="1952625" cy="2343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Harbiy faoliyatining boshlanishi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Temur yoshligidan jasur, dono va harbiy san’atni puxta egallagan edi. U dastlab mahalliy amirlar bilan birga janglarda qatnashib, tez orada o‘z lashkariga ega bo‘ldi.</a:t>
            </a:r>
          </a:p>
        </p:txBody>
      </p:sp>
      <p:pic>
        <p:nvPicPr>
          <p:cNvPr id="4" name="Picture 2" descr="PDP University - YouTube">
            <a:extLst>
              <a:ext uri="{FF2B5EF4-FFF2-40B4-BE49-F238E27FC236}">
                <a16:creationId xmlns:a16="http://schemas.microsoft.com/office/drawing/2014/main" id="{ED851EF6-EA56-4C80-8D3F-AC50E8D4F9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1117" y="265125"/>
            <a:ext cx="1508761" cy="1508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Amir Temur qo'shinini qanday boqqan ...">
            <a:extLst>
              <a:ext uri="{FF2B5EF4-FFF2-40B4-BE49-F238E27FC236}">
                <a16:creationId xmlns:a16="http://schemas.microsoft.com/office/drawing/2014/main" id="{715DEC56-EB8F-4515-8521-6C956A151E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688" y="3619500"/>
            <a:ext cx="2790825" cy="163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Amir Temur vazirlarini nega tez-tez ...">
            <a:extLst>
              <a:ext uri="{FF2B5EF4-FFF2-40B4-BE49-F238E27FC236}">
                <a16:creationId xmlns:a16="http://schemas.microsoft.com/office/drawing/2014/main" id="{D70D7BAB-7053-4BF5-81E5-209C93045F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3563" y="3243263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Movarounnahrda hokimiyatni qo‘lga olishi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1370-yilda Amir Temur </a:t>
            </a:r>
            <a:r>
              <a:rPr dirty="0" err="1"/>
              <a:t>Balxda</a:t>
            </a:r>
            <a:r>
              <a:rPr lang="en-US" dirty="0"/>
              <a:t> </a:t>
            </a:r>
            <a:r>
              <a:rPr lang="en-US" dirty="0" err="1"/>
              <a:t>ya’ni</a:t>
            </a:r>
            <a:r>
              <a:rPr lang="en-US" dirty="0"/>
              <a:t> (</a:t>
            </a:r>
            <a:r>
              <a:rPr lang="en-US" b="1" dirty="0" err="1"/>
              <a:t>hozirgi</a:t>
            </a:r>
            <a:r>
              <a:rPr lang="en-US" b="1" dirty="0"/>
              <a:t> </a:t>
            </a:r>
            <a:r>
              <a:rPr lang="en-US" b="1" dirty="0" err="1"/>
              <a:t>Afg‘oniston</a:t>
            </a:r>
            <a:r>
              <a:rPr lang="en-US" dirty="0"/>
              <a:t> </a:t>
            </a:r>
            <a:r>
              <a:rPr lang="en-US" dirty="0" err="1"/>
              <a:t>hududida</a:t>
            </a:r>
            <a:r>
              <a:rPr lang="en-US" dirty="0"/>
              <a:t> </a:t>
            </a:r>
            <a:r>
              <a:rPr lang="en-US" dirty="0" err="1"/>
              <a:t>joylashgan</a:t>
            </a:r>
            <a:r>
              <a:rPr lang="en-US" dirty="0"/>
              <a:t>)</a:t>
            </a:r>
            <a:r>
              <a:rPr dirty="0"/>
              <a:t> </a:t>
            </a:r>
            <a:r>
              <a:rPr dirty="0" err="1"/>
              <a:t>o‘zini</a:t>
            </a:r>
            <a:r>
              <a:rPr dirty="0"/>
              <a:t> </a:t>
            </a:r>
            <a:r>
              <a:rPr dirty="0" err="1"/>
              <a:t>Movarounnahr</a:t>
            </a:r>
            <a:r>
              <a:rPr dirty="0"/>
              <a:t> </a:t>
            </a:r>
            <a:r>
              <a:rPr dirty="0" err="1"/>
              <a:t>hukmdori</a:t>
            </a:r>
            <a:r>
              <a:rPr dirty="0"/>
              <a:t> deb </a:t>
            </a:r>
            <a:r>
              <a:rPr dirty="0" err="1"/>
              <a:t>e’lon</a:t>
            </a:r>
            <a:r>
              <a:rPr dirty="0"/>
              <a:t> </a:t>
            </a:r>
            <a:r>
              <a:rPr dirty="0" err="1"/>
              <a:t>qildi</a:t>
            </a:r>
            <a:r>
              <a:rPr dirty="0"/>
              <a:t>. </a:t>
            </a:r>
            <a:r>
              <a:rPr dirty="0" err="1"/>
              <a:t>Shundan</a:t>
            </a:r>
            <a:r>
              <a:rPr dirty="0"/>
              <a:t> </a:t>
            </a:r>
            <a:r>
              <a:rPr dirty="0" err="1"/>
              <a:t>so‘ng</a:t>
            </a:r>
            <a:r>
              <a:rPr dirty="0"/>
              <a:t> u </a:t>
            </a:r>
            <a:r>
              <a:rPr dirty="0" err="1"/>
              <a:t>markazlashgan</a:t>
            </a:r>
            <a:r>
              <a:rPr dirty="0"/>
              <a:t> </a:t>
            </a:r>
            <a:r>
              <a:rPr dirty="0" err="1"/>
              <a:t>kuchli</a:t>
            </a:r>
            <a:r>
              <a:rPr dirty="0"/>
              <a:t> </a:t>
            </a:r>
            <a:r>
              <a:rPr dirty="0" err="1"/>
              <a:t>davlat</a:t>
            </a:r>
            <a:r>
              <a:rPr dirty="0"/>
              <a:t> </a:t>
            </a:r>
            <a:r>
              <a:rPr dirty="0" err="1"/>
              <a:t>yaratish</a:t>
            </a:r>
            <a:r>
              <a:rPr dirty="0"/>
              <a:t> </a:t>
            </a:r>
            <a:r>
              <a:rPr dirty="0" err="1"/>
              <a:t>yo‘lida</a:t>
            </a:r>
            <a:r>
              <a:rPr dirty="0"/>
              <a:t> harakat </a:t>
            </a:r>
            <a:r>
              <a:rPr dirty="0" err="1"/>
              <a:t>boshladi</a:t>
            </a:r>
            <a:r>
              <a:rPr dirty="0"/>
              <a:t>.</a:t>
            </a:r>
          </a:p>
        </p:txBody>
      </p:sp>
      <p:pic>
        <p:nvPicPr>
          <p:cNvPr id="4" name="Picture 2" descr="PDP University - YouTube">
            <a:extLst>
              <a:ext uri="{FF2B5EF4-FFF2-40B4-BE49-F238E27FC236}">
                <a16:creationId xmlns:a16="http://schemas.microsoft.com/office/drawing/2014/main" id="{92445946-C759-4E90-8D04-FA535046E1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5239" y="284175"/>
            <a:ext cx="1508761" cy="1508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2" name="Picture 2" descr="Katta Xuroson - Vikipediya">
            <a:extLst>
              <a:ext uri="{FF2B5EF4-FFF2-40B4-BE49-F238E27FC236}">
                <a16:creationId xmlns:a16="http://schemas.microsoft.com/office/drawing/2014/main" id="{161AF2F2-FBAA-42AE-A2BD-9D6F01DE70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4663" y="3429000"/>
            <a:ext cx="2886587" cy="2925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019" y="284176"/>
            <a:ext cx="7220731" cy="1508760"/>
          </a:xfrm>
        </p:spPr>
        <p:txBody>
          <a:bodyPr/>
          <a:lstStyle/>
          <a:p>
            <a:r>
              <a:rPr dirty="0"/>
              <a:t>Temur </a:t>
            </a:r>
            <a:r>
              <a:rPr dirty="0" err="1"/>
              <a:t>imperiyasi</a:t>
            </a:r>
            <a:r>
              <a:rPr dirty="0"/>
              <a:t> </a:t>
            </a:r>
            <a:r>
              <a:rPr dirty="0" err="1"/>
              <a:t>chegaralari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Amir Temur </a:t>
            </a:r>
            <a:r>
              <a:rPr dirty="0" err="1"/>
              <a:t>davlati</a:t>
            </a:r>
            <a:r>
              <a:rPr dirty="0"/>
              <a:t> </a:t>
            </a:r>
            <a:r>
              <a:rPr dirty="0" err="1"/>
              <a:t>Hindiston</a:t>
            </a:r>
            <a:r>
              <a:rPr dirty="0"/>
              <a:t>, </a:t>
            </a:r>
            <a:r>
              <a:rPr dirty="0" err="1"/>
              <a:t>Eron</a:t>
            </a:r>
            <a:r>
              <a:rPr dirty="0"/>
              <a:t>, </a:t>
            </a:r>
            <a:r>
              <a:rPr dirty="0" err="1"/>
              <a:t>Iroq</a:t>
            </a:r>
            <a:r>
              <a:rPr dirty="0"/>
              <a:t>, </a:t>
            </a:r>
            <a:r>
              <a:rPr dirty="0" err="1"/>
              <a:t>Afg‘oniston</a:t>
            </a:r>
            <a:r>
              <a:rPr dirty="0"/>
              <a:t>, </a:t>
            </a:r>
            <a:r>
              <a:rPr dirty="0" err="1"/>
              <a:t>Suriya</a:t>
            </a:r>
            <a:r>
              <a:rPr dirty="0"/>
              <a:t> </a:t>
            </a:r>
            <a:r>
              <a:rPr dirty="0" err="1"/>
              <a:t>va</a:t>
            </a:r>
            <a:r>
              <a:rPr dirty="0"/>
              <a:t> </a:t>
            </a:r>
            <a:r>
              <a:rPr dirty="0" err="1"/>
              <a:t>Kavkazgacha</a:t>
            </a:r>
            <a:r>
              <a:rPr dirty="0"/>
              <a:t> </a:t>
            </a:r>
            <a:r>
              <a:rPr dirty="0" err="1"/>
              <a:t>bo‘lgan</a:t>
            </a:r>
            <a:r>
              <a:rPr dirty="0"/>
              <a:t> </a:t>
            </a:r>
            <a:r>
              <a:rPr dirty="0" err="1"/>
              <a:t>hududlarni</a:t>
            </a:r>
            <a:r>
              <a:rPr dirty="0"/>
              <a:t> </a:t>
            </a:r>
            <a:r>
              <a:rPr dirty="0" err="1"/>
              <a:t>o‘z</a:t>
            </a:r>
            <a:r>
              <a:rPr dirty="0"/>
              <a:t> </a:t>
            </a:r>
            <a:r>
              <a:rPr dirty="0" err="1"/>
              <a:t>ichiga</a:t>
            </a:r>
            <a:r>
              <a:rPr dirty="0"/>
              <a:t> </a:t>
            </a:r>
            <a:r>
              <a:rPr dirty="0" err="1"/>
              <a:t>olgan</a:t>
            </a:r>
            <a:r>
              <a:rPr dirty="0"/>
              <a:t>. </a:t>
            </a:r>
            <a:r>
              <a:rPr dirty="0" err="1"/>
              <a:t>Uning</a:t>
            </a:r>
            <a:r>
              <a:rPr dirty="0"/>
              <a:t> </a:t>
            </a:r>
            <a:r>
              <a:rPr dirty="0" err="1"/>
              <a:t>imperiyasi</a:t>
            </a:r>
            <a:r>
              <a:rPr dirty="0"/>
              <a:t> XIV </a:t>
            </a:r>
            <a:r>
              <a:rPr dirty="0" err="1"/>
              <a:t>asrda</a:t>
            </a:r>
            <a:r>
              <a:rPr dirty="0"/>
              <a:t> </a:t>
            </a:r>
            <a:r>
              <a:rPr dirty="0" err="1"/>
              <a:t>dunyoning</a:t>
            </a:r>
            <a:r>
              <a:rPr dirty="0"/>
              <a:t> </a:t>
            </a:r>
            <a:r>
              <a:rPr dirty="0" err="1"/>
              <a:t>eng</a:t>
            </a:r>
            <a:r>
              <a:rPr dirty="0"/>
              <a:t> </a:t>
            </a:r>
            <a:r>
              <a:rPr dirty="0" err="1"/>
              <a:t>qudratli</a:t>
            </a:r>
            <a:r>
              <a:rPr dirty="0"/>
              <a:t> </a:t>
            </a:r>
            <a:r>
              <a:rPr dirty="0" err="1"/>
              <a:t>davlatlaridan</a:t>
            </a:r>
            <a:r>
              <a:rPr dirty="0"/>
              <a:t> </a:t>
            </a:r>
            <a:r>
              <a:rPr dirty="0" err="1"/>
              <a:t>biri</a:t>
            </a:r>
            <a:r>
              <a:rPr dirty="0"/>
              <a:t> </a:t>
            </a:r>
            <a:r>
              <a:rPr dirty="0" err="1"/>
              <a:t>bo‘lgan</a:t>
            </a:r>
            <a:r>
              <a:rPr dirty="0"/>
              <a:t>.</a:t>
            </a:r>
          </a:p>
        </p:txBody>
      </p:sp>
      <p:pic>
        <p:nvPicPr>
          <p:cNvPr id="4" name="Picture 2" descr="PDP University - YouTube">
            <a:extLst>
              <a:ext uri="{FF2B5EF4-FFF2-40B4-BE49-F238E27FC236}">
                <a16:creationId xmlns:a16="http://schemas.microsoft.com/office/drawing/2014/main" id="{E88B9561-2C46-4EDB-8E66-A3620B725F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5239" y="265126"/>
            <a:ext cx="1508761" cy="1508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Hindiston - Vikipediya">
            <a:extLst>
              <a:ext uri="{FF2B5EF4-FFF2-40B4-BE49-F238E27FC236}">
                <a16:creationId xmlns:a16="http://schemas.microsoft.com/office/drawing/2014/main" id="{7476F5BF-409B-48AB-A498-434E0DD837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938" y="3725869"/>
            <a:ext cx="1973697" cy="1118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5D413882-FDA7-4F45-8C63-987331B0A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5003" y="3729038"/>
            <a:ext cx="1948963" cy="1115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Iroq - Vikipediya">
            <a:extLst>
              <a:ext uri="{FF2B5EF4-FFF2-40B4-BE49-F238E27FC236}">
                <a16:creationId xmlns:a16="http://schemas.microsoft.com/office/drawing/2014/main" id="{3AC7CC90-B863-460C-91CA-5CA87447B8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9487" y="3681413"/>
            <a:ext cx="1670012" cy="1115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0" name="Picture 14" descr="Afg'oniston haqida mulohazalar">
            <a:extLst>
              <a:ext uri="{FF2B5EF4-FFF2-40B4-BE49-F238E27FC236}">
                <a16:creationId xmlns:a16="http://schemas.microsoft.com/office/drawing/2014/main" id="{1467E86C-11C3-45EB-8316-53F22582FB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939" y="5102352"/>
            <a:ext cx="1973697" cy="1115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4" name="Picture 18" descr="National Flag Syria Suriya Illustration ...">
            <a:extLst>
              <a:ext uri="{FF2B5EF4-FFF2-40B4-BE49-F238E27FC236}">
                <a16:creationId xmlns:a16="http://schemas.microsoft.com/office/drawing/2014/main" id="{CFCC338D-5541-4522-A8BF-BFDF49C27F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485"/>
          <a:stretch/>
        </p:blipFill>
        <p:spPr bwMode="auto">
          <a:xfrm>
            <a:off x="3804708" y="5102352"/>
            <a:ext cx="2029257" cy="1115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8" name="Picture 22">
            <a:extLst>
              <a:ext uri="{FF2B5EF4-FFF2-40B4-BE49-F238E27FC236}">
                <a16:creationId xmlns:a16="http://schemas.microsoft.com/office/drawing/2014/main" id="{37679EF7-27A6-4395-8383-DBD1179B50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5840" y="5102352"/>
            <a:ext cx="1676400" cy="1115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019" y="284176"/>
            <a:ext cx="6363481" cy="1508760"/>
          </a:xfrm>
        </p:spPr>
        <p:txBody>
          <a:bodyPr/>
          <a:lstStyle/>
          <a:p>
            <a:r>
              <a:rPr dirty="0" err="1"/>
              <a:t>Davlat</a:t>
            </a:r>
            <a:r>
              <a:rPr dirty="0"/>
              <a:t> </a:t>
            </a:r>
            <a:r>
              <a:rPr dirty="0" err="1"/>
              <a:t>boshqaruvi</a:t>
            </a:r>
            <a:r>
              <a:rPr dirty="0"/>
              <a:t> </a:t>
            </a:r>
            <a:r>
              <a:rPr dirty="0" err="1"/>
              <a:t>tizimi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Amir Temur </a:t>
            </a:r>
            <a:r>
              <a:rPr dirty="0" err="1"/>
              <a:t>o‘z</a:t>
            </a:r>
            <a:r>
              <a:rPr dirty="0"/>
              <a:t> </a:t>
            </a:r>
            <a:r>
              <a:rPr dirty="0" err="1"/>
              <a:t>davlatini</a:t>
            </a:r>
            <a:r>
              <a:rPr dirty="0"/>
              <a:t> </a:t>
            </a:r>
            <a:r>
              <a:rPr dirty="0" err="1"/>
              <a:t>adolat</a:t>
            </a:r>
            <a:r>
              <a:rPr dirty="0"/>
              <a:t>, </a:t>
            </a:r>
            <a:r>
              <a:rPr dirty="0" err="1"/>
              <a:t>qonun</a:t>
            </a:r>
            <a:r>
              <a:rPr dirty="0"/>
              <a:t> </a:t>
            </a:r>
            <a:r>
              <a:rPr dirty="0" err="1"/>
              <a:t>va</a:t>
            </a:r>
            <a:r>
              <a:rPr dirty="0"/>
              <a:t> </a:t>
            </a:r>
            <a:r>
              <a:rPr dirty="0" err="1"/>
              <a:t>tartib</a:t>
            </a:r>
            <a:r>
              <a:rPr dirty="0"/>
              <a:t> </a:t>
            </a:r>
            <a:r>
              <a:rPr dirty="0" err="1"/>
              <a:t>asosida</a:t>
            </a:r>
            <a:r>
              <a:rPr dirty="0"/>
              <a:t> </a:t>
            </a:r>
            <a:r>
              <a:rPr dirty="0" err="1"/>
              <a:t>boshqargan</a:t>
            </a:r>
            <a:r>
              <a:rPr dirty="0"/>
              <a:t>. U </a:t>
            </a:r>
            <a:r>
              <a:rPr dirty="0" err="1"/>
              <a:t>tuzgan</a:t>
            </a:r>
            <a:r>
              <a:rPr dirty="0"/>
              <a:t> </a:t>
            </a:r>
            <a:r>
              <a:rPr lang="en-US" dirty="0"/>
              <a:t>'Temur </a:t>
            </a:r>
            <a:r>
              <a:rPr lang="en-US" dirty="0" err="1"/>
              <a:t>tuzuklari</a:t>
            </a:r>
            <a:r>
              <a:rPr lang="en-US" dirty="0"/>
              <a:t>'</a:t>
            </a:r>
            <a:r>
              <a:rPr dirty="0"/>
              <a:t> </a:t>
            </a:r>
            <a:r>
              <a:rPr dirty="0" err="1"/>
              <a:t>kitobi</a:t>
            </a:r>
            <a:r>
              <a:rPr dirty="0"/>
              <a:t> </a:t>
            </a:r>
            <a:r>
              <a:rPr dirty="0" err="1"/>
              <a:t>davlatni</a:t>
            </a:r>
            <a:r>
              <a:rPr dirty="0"/>
              <a:t> </a:t>
            </a:r>
            <a:r>
              <a:rPr dirty="0" err="1"/>
              <a:t>boshqarish</a:t>
            </a:r>
            <a:r>
              <a:rPr dirty="0"/>
              <a:t>, </a:t>
            </a:r>
            <a:r>
              <a:rPr dirty="0" err="1"/>
              <a:t>harbiy</a:t>
            </a:r>
            <a:r>
              <a:rPr dirty="0"/>
              <a:t> </a:t>
            </a:r>
            <a:r>
              <a:rPr dirty="0" err="1"/>
              <a:t>intizom</a:t>
            </a:r>
            <a:r>
              <a:rPr dirty="0"/>
              <a:t> </a:t>
            </a:r>
            <a:r>
              <a:rPr dirty="0" err="1"/>
              <a:t>va</a:t>
            </a:r>
            <a:r>
              <a:rPr dirty="0"/>
              <a:t> </a:t>
            </a:r>
            <a:r>
              <a:rPr dirty="0" err="1"/>
              <a:t>axloqiy</a:t>
            </a:r>
            <a:r>
              <a:rPr dirty="0"/>
              <a:t> </a:t>
            </a:r>
            <a:r>
              <a:rPr dirty="0" err="1"/>
              <a:t>qoidalar</a:t>
            </a:r>
            <a:r>
              <a:rPr dirty="0"/>
              <a:t> </a:t>
            </a:r>
            <a:r>
              <a:rPr dirty="0" err="1"/>
              <a:t>haqida</a:t>
            </a:r>
            <a:r>
              <a:rPr dirty="0"/>
              <a:t> </a:t>
            </a:r>
            <a:r>
              <a:rPr dirty="0" err="1"/>
              <a:t>muhim</a:t>
            </a:r>
            <a:r>
              <a:rPr dirty="0"/>
              <a:t> </a:t>
            </a:r>
            <a:r>
              <a:rPr dirty="0" err="1"/>
              <a:t>manba</a:t>
            </a:r>
            <a:r>
              <a:rPr dirty="0"/>
              <a:t> </a:t>
            </a:r>
            <a:r>
              <a:rPr dirty="0" err="1"/>
              <a:t>hisoblanadi</a:t>
            </a:r>
            <a:r>
              <a:rPr dirty="0"/>
              <a:t>.</a:t>
            </a:r>
          </a:p>
        </p:txBody>
      </p:sp>
      <p:pic>
        <p:nvPicPr>
          <p:cNvPr id="4" name="Picture 2" descr="PDP University - YouTube">
            <a:extLst>
              <a:ext uri="{FF2B5EF4-FFF2-40B4-BE49-F238E27FC236}">
                <a16:creationId xmlns:a16="http://schemas.microsoft.com/office/drawing/2014/main" id="{A185971A-AA33-4B8B-AEEE-3909F79850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7317" y="284176"/>
            <a:ext cx="1508761" cy="1508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Temur tuzuklari&quot; китоби">
            <a:extLst>
              <a:ext uri="{FF2B5EF4-FFF2-40B4-BE49-F238E27FC236}">
                <a16:creationId xmlns:a16="http://schemas.microsoft.com/office/drawing/2014/main" id="{49768AFC-DBCF-464D-9604-1AEEEB4E97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588" y="3788713"/>
            <a:ext cx="1724025" cy="264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Темур тузлуклари»">
            <a:extLst>
              <a:ext uri="{FF2B5EF4-FFF2-40B4-BE49-F238E27FC236}">
                <a16:creationId xmlns:a16="http://schemas.microsoft.com/office/drawing/2014/main" id="{C3DE9B28-5684-4DE5-A372-66CC9E203A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4242" y="3788713"/>
            <a:ext cx="1743075" cy="2619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019" y="284176"/>
            <a:ext cx="7115956" cy="1508760"/>
          </a:xfrm>
        </p:spPr>
        <p:txBody>
          <a:bodyPr/>
          <a:lstStyle/>
          <a:p>
            <a:r>
              <a:rPr dirty="0" err="1"/>
              <a:t>Madaniyat</a:t>
            </a:r>
            <a:r>
              <a:rPr dirty="0"/>
              <a:t> </a:t>
            </a:r>
            <a:r>
              <a:rPr dirty="0" err="1"/>
              <a:t>va</a:t>
            </a:r>
            <a:r>
              <a:rPr dirty="0"/>
              <a:t> </a:t>
            </a:r>
            <a:r>
              <a:rPr dirty="0" err="1"/>
              <a:t>ilm</a:t>
            </a:r>
            <a:r>
              <a:rPr dirty="0"/>
              <a:t>-fan </a:t>
            </a:r>
            <a:r>
              <a:rPr dirty="0" err="1"/>
              <a:t>rivojiga</a:t>
            </a:r>
            <a:r>
              <a:rPr dirty="0"/>
              <a:t> </a:t>
            </a:r>
            <a:r>
              <a:rPr dirty="0" err="1"/>
              <a:t>hissasi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Amir Temur poytaxt sifatida Samarqandni tanladi va uni dunyoning eng go‘zal shahri darajasiga yetkazdi. U me’morchilik, ilm-fan va san’at rivojiga katta e’tibor berdi.</a:t>
            </a:r>
          </a:p>
        </p:txBody>
      </p:sp>
      <p:pic>
        <p:nvPicPr>
          <p:cNvPr id="4" name="Picture 2" descr="PDP University - YouTube">
            <a:extLst>
              <a:ext uri="{FF2B5EF4-FFF2-40B4-BE49-F238E27FC236}">
                <a16:creationId xmlns:a16="http://schemas.microsoft.com/office/drawing/2014/main" id="{83FA3AA7-FE8A-43EA-B57F-387DC0839A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1117" y="284176"/>
            <a:ext cx="1508761" cy="1508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 descr="Samarkand History | Brief Timeline ...">
            <a:extLst>
              <a:ext uri="{FF2B5EF4-FFF2-40B4-BE49-F238E27FC236}">
                <a16:creationId xmlns:a16="http://schemas.microsoft.com/office/drawing/2014/main" id="{2AE61925-44D0-4D2F-AF28-1BB097930A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562350"/>
            <a:ext cx="4666074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Statue of Amir Temur (Tamarlane ...">
            <a:extLst>
              <a:ext uri="{FF2B5EF4-FFF2-40B4-BE49-F238E27FC236}">
                <a16:creationId xmlns:a16="http://schemas.microsoft.com/office/drawing/2014/main" id="{BE460F63-291C-4846-A666-BA28B4BF00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7074" y="3562350"/>
            <a:ext cx="4023157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randomBar dir="vert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019" y="284176"/>
            <a:ext cx="6773056" cy="1508760"/>
          </a:xfrm>
        </p:spPr>
        <p:txBody>
          <a:bodyPr/>
          <a:lstStyle/>
          <a:p>
            <a:r>
              <a:rPr dirty="0"/>
              <a:t>Amir </a:t>
            </a:r>
            <a:r>
              <a:rPr dirty="0" err="1"/>
              <a:t>Temurning</a:t>
            </a:r>
            <a:r>
              <a:rPr dirty="0"/>
              <a:t> </a:t>
            </a:r>
            <a:r>
              <a:rPr dirty="0" err="1"/>
              <a:t>avlodlari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Amir </a:t>
            </a:r>
            <a:r>
              <a:rPr dirty="0" err="1"/>
              <a:t>Temurning</a:t>
            </a:r>
            <a:r>
              <a:rPr dirty="0"/>
              <a:t> </a:t>
            </a:r>
            <a:r>
              <a:rPr dirty="0" err="1"/>
              <a:t>avlodlari</a:t>
            </a:r>
            <a:r>
              <a:rPr dirty="0"/>
              <a:t> </a:t>
            </a:r>
            <a:r>
              <a:rPr dirty="0" err="1"/>
              <a:t>orasida</a:t>
            </a:r>
            <a:r>
              <a:rPr dirty="0"/>
              <a:t> </a:t>
            </a:r>
            <a:r>
              <a:rPr dirty="0" err="1"/>
              <a:t>eng</a:t>
            </a:r>
            <a:r>
              <a:rPr dirty="0"/>
              <a:t> </a:t>
            </a:r>
            <a:r>
              <a:rPr dirty="0" err="1"/>
              <a:t>mashhuri</a:t>
            </a:r>
            <a:r>
              <a:rPr dirty="0"/>
              <a:t> </a:t>
            </a:r>
            <a:r>
              <a:rPr dirty="0" err="1"/>
              <a:t>nabirasi</a:t>
            </a:r>
            <a:r>
              <a:rPr dirty="0"/>
              <a:t> </a:t>
            </a:r>
            <a:r>
              <a:rPr dirty="0" err="1"/>
              <a:t>Mirzo</a:t>
            </a:r>
            <a:r>
              <a:rPr dirty="0"/>
              <a:t> </a:t>
            </a:r>
            <a:r>
              <a:rPr dirty="0" err="1"/>
              <a:t>Ulug‘bek</a:t>
            </a:r>
            <a:r>
              <a:rPr dirty="0"/>
              <a:t> </a:t>
            </a:r>
            <a:r>
              <a:rPr dirty="0" err="1"/>
              <a:t>bo‘lib</a:t>
            </a:r>
            <a:r>
              <a:rPr dirty="0"/>
              <a:t>, u </a:t>
            </a:r>
            <a:r>
              <a:rPr dirty="0" err="1"/>
              <a:t>buyuk</a:t>
            </a:r>
            <a:r>
              <a:rPr dirty="0"/>
              <a:t> </a:t>
            </a:r>
            <a:r>
              <a:rPr dirty="0" err="1"/>
              <a:t>astronom</a:t>
            </a:r>
            <a:r>
              <a:rPr dirty="0"/>
              <a:t> </a:t>
            </a:r>
            <a:r>
              <a:rPr dirty="0" err="1"/>
              <a:t>va</a:t>
            </a:r>
            <a:r>
              <a:rPr dirty="0"/>
              <a:t> olim </a:t>
            </a:r>
            <a:r>
              <a:rPr dirty="0" err="1"/>
              <a:t>edi</a:t>
            </a:r>
            <a:r>
              <a:rPr dirty="0"/>
              <a:t>. </a:t>
            </a:r>
            <a:r>
              <a:rPr dirty="0" err="1"/>
              <a:t>Temuriylar</a:t>
            </a:r>
            <a:r>
              <a:rPr dirty="0"/>
              <a:t> </a:t>
            </a:r>
            <a:r>
              <a:rPr dirty="0" err="1"/>
              <a:t>sulolasi</a:t>
            </a:r>
            <a:r>
              <a:rPr dirty="0"/>
              <a:t> </a:t>
            </a:r>
            <a:r>
              <a:rPr dirty="0" err="1"/>
              <a:t>O‘rta</a:t>
            </a:r>
            <a:r>
              <a:rPr dirty="0"/>
              <a:t> </a:t>
            </a:r>
            <a:r>
              <a:rPr dirty="0" err="1"/>
              <a:t>Osiyo</a:t>
            </a:r>
            <a:r>
              <a:rPr dirty="0"/>
              <a:t> </a:t>
            </a:r>
            <a:r>
              <a:rPr dirty="0" err="1"/>
              <a:t>tarixida</a:t>
            </a:r>
            <a:r>
              <a:rPr dirty="0"/>
              <a:t> </a:t>
            </a:r>
            <a:r>
              <a:rPr dirty="0" err="1"/>
              <a:t>madaniy</a:t>
            </a:r>
            <a:r>
              <a:rPr dirty="0"/>
              <a:t> </a:t>
            </a:r>
            <a:r>
              <a:rPr dirty="0" err="1"/>
              <a:t>yuksalish</a:t>
            </a:r>
            <a:r>
              <a:rPr dirty="0"/>
              <a:t> </a:t>
            </a:r>
            <a:r>
              <a:rPr dirty="0" err="1"/>
              <a:t>davrini</a:t>
            </a:r>
            <a:r>
              <a:rPr dirty="0"/>
              <a:t> </a:t>
            </a:r>
            <a:r>
              <a:rPr dirty="0" err="1"/>
              <a:t>boshlab</a:t>
            </a:r>
            <a:r>
              <a:rPr dirty="0"/>
              <a:t> </a:t>
            </a:r>
            <a:r>
              <a:rPr dirty="0" err="1"/>
              <a:t>berdi</a:t>
            </a:r>
            <a:r>
              <a:rPr dirty="0"/>
              <a:t>.</a:t>
            </a:r>
          </a:p>
        </p:txBody>
      </p:sp>
      <p:pic>
        <p:nvPicPr>
          <p:cNvPr id="4" name="Picture 2" descr="PDP University - YouTube">
            <a:extLst>
              <a:ext uri="{FF2B5EF4-FFF2-40B4-BE49-F238E27FC236}">
                <a16:creationId xmlns:a16="http://schemas.microsoft.com/office/drawing/2014/main" id="{6AE0FDA3-65E3-40CD-B467-A3870415AF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8075" y="265125"/>
            <a:ext cx="1508761" cy="1508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Mirzo (keyinchalik Sulton) Muhammad ibn ...">
            <a:extLst>
              <a:ext uri="{FF2B5EF4-FFF2-40B4-BE49-F238E27FC236}">
                <a16:creationId xmlns:a16="http://schemas.microsoft.com/office/drawing/2014/main" id="{4D0C7B37-24F2-4CBE-91C5-0F94E12B95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213" y="3557588"/>
            <a:ext cx="2009775" cy="2276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8" descr="Mirzo Ulug'bek Mirzo (keyinchalik ...">
            <a:extLst>
              <a:ext uri="{FF2B5EF4-FFF2-40B4-BE49-F238E27FC236}">
                <a16:creationId xmlns:a16="http://schemas.microsoft.com/office/drawing/2014/main" id="{C8C24E91-58C8-457C-959B-B0FAF59B25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2938" y="3557588"/>
            <a:ext cx="3426075" cy="2276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019" y="265126"/>
            <a:ext cx="7772400" cy="1508760"/>
          </a:xfrm>
        </p:spPr>
        <p:txBody>
          <a:bodyPr/>
          <a:lstStyle/>
          <a:p>
            <a:r>
              <a:t>Qiziqarli faktlar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Amir Temur </a:t>
            </a:r>
            <a:r>
              <a:rPr dirty="0" err="1"/>
              <a:t>hech</a:t>
            </a:r>
            <a:r>
              <a:rPr dirty="0"/>
              <a:t> </a:t>
            </a:r>
            <a:r>
              <a:rPr dirty="0" err="1"/>
              <a:t>qachon</a:t>
            </a:r>
            <a:r>
              <a:rPr dirty="0"/>
              <a:t> </a:t>
            </a:r>
            <a:r>
              <a:rPr dirty="0" err="1"/>
              <a:t>mag‘lub</a:t>
            </a:r>
            <a:r>
              <a:rPr dirty="0"/>
              <a:t> </a:t>
            </a:r>
            <a:r>
              <a:rPr dirty="0" err="1"/>
              <a:t>bo‘lmagan</a:t>
            </a:r>
            <a:r>
              <a:rPr dirty="0"/>
              <a:t> </a:t>
            </a:r>
            <a:r>
              <a:rPr dirty="0" err="1"/>
              <a:t>sarkardalardan</a:t>
            </a:r>
            <a:r>
              <a:rPr dirty="0"/>
              <a:t> </a:t>
            </a:r>
            <a:r>
              <a:rPr dirty="0" err="1"/>
              <a:t>biridir</a:t>
            </a:r>
            <a:r>
              <a:rPr dirty="0"/>
              <a:t>.</a:t>
            </a:r>
          </a:p>
          <a:p>
            <a:r>
              <a:rPr dirty="0"/>
              <a:t>U 27 </a:t>
            </a:r>
            <a:r>
              <a:rPr dirty="0" err="1"/>
              <a:t>mamlakatni</a:t>
            </a:r>
            <a:r>
              <a:rPr dirty="0"/>
              <a:t> </a:t>
            </a:r>
            <a:r>
              <a:rPr dirty="0" err="1"/>
              <a:t>zabt</a:t>
            </a:r>
            <a:r>
              <a:rPr dirty="0"/>
              <a:t> </a:t>
            </a:r>
            <a:r>
              <a:rPr dirty="0" err="1"/>
              <a:t>etgan</a:t>
            </a:r>
            <a:r>
              <a:rPr dirty="0"/>
              <a:t>.</a:t>
            </a:r>
          </a:p>
          <a:p>
            <a:r>
              <a:rPr dirty="0" err="1"/>
              <a:t>Uning</a:t>
            </a:r>
            <a:r>
              <a:rPr dirty="0"/>
              <a:t> </a:t>
            </a:r>
            <a:r>
              <a:rPr dirty="0" err="1"/>
              <a:t>shiori</a:t>
            </a:r>
            <a:r>
              <a:rPr dirty="0"/>
              <a:t>: '</a:t>
            </a:r>
            <a:r>
              <a:rPr dirty="0" err="1"/>
              <a:t>Kuch</a:t>
            </a:r>
            <a:r>
              <a:rPr dirty="0"/>
              <a:t> </a:t>
            </a:r>
            <a:r>
              <a:rPr dirty="0" err="1"/>
              <a:t>adolatdadir</a:t>
            </a:r>
            <a:r>
              <a:rPr dirty="0"/>
              <a:t>'.</a:t>
            </a:r>
          </a:p>
          <a:p>
            <a:r>
              <a:rPr dirty="0" err="1"/>
              <a:t>Temurning</a:t>
            </a:r>
            <a:r>
              <a:rPr dirty="0"/>
              <a:t> </a:t>
            </a:r>
            <a:r>
              <a:rPr dirty="0" err="1"/>
              <a:t>haykali</a:t>
            </a:r>
            <a:r>
              <a:rPr dirty="0"/>
              <a:t> </a:t>
            </a:r>
            <a:r>
              <a:rPr dirty="0" err="1"/>
              <a:t>hozirda</a:t>
            </a:r>
            <a:r>
              <a:rPr dirty="0"/>
              <a:t> Toshkent, Samarqand </a:t>
            </a:r>
            <a:r>
              <a:rPr dirty="0" err="1"/>
              <a:t>va</a:t>
            </a:r>
            <a:r>
              <a:rPr dirty="0"/>
              <a:t> </a:t>
            </a:r>
            <a:r>
              <a:rPr dirty="0" err="1"/>
              <a:t>Shahrisabzda</a:t>
            </a:r>
            <a:r>
              <a:rPr dirty="0"/>
              <a:t> </a:t>
            </a:r>
            <a:r>
              <a:rPr dirty="0" err="1"/>
              <a:t>o‘rnatilgan</a:t>
            </a:r>
            <a:r>
              <a:rPr dirty="0"/>
              <a:t>.</a:t>
            </a:r>
          </a:p>
        </p:txBody>
      </p:sp>
      <p:pic>
        <p:nvPicPr>
          <p:cNvPr id="4" name="Picture 2" descr="PDP University - YouTube">
            <a:extLst>
              <a:ext uri="{FF2B5EF4-FFF2-40B4-BE49-F238E27FC236}">
                <a16:creationId xmlns:a16="http://schemas.microsoft.com/office/drawing/2014/main" id="{2C30BFE6-56B5-4F74-9C4E-9598BA0854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0642" y="265125"/>
            <a:ext cx="1508761" cy="1508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4" name="Picture 2">
            <a:extLst>
              <a:ext uri="{FF2B5EF4-FFF2-40B4-BE49-F238E27FC236}">
                <a16:creationId xmlns:a16="http://schemas.microsoft.com/office/drawing/2014/main" id="{3ECB6C61-D2CC-4566-A190-7D88506789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2831" y="4446270"/>
            <a:ext cx="4171169" cy="2411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Amir </a:t>
            </a:r>
            <a:r>
              <a:rPr dirty="0" err="1"/>
              <a:t>Temurning</a:t>
            </a:r>
            <a:r>
              <a:rPr dirty="0"/>
              <a:t> </a:t>
            </a:r>
            <a:r>
              <a:rPr dirty="0" err="1"/>
              <a:t>vafoti</a:t>
            </a:r>
            <a:r>
              <a:rPr dirty="0"/>
              <a:t> </a:t>
            </a:r>
            <a:r>
              <a:rPr dirty="0" err="1"/>
              <a:t>va</a:t>
            </a:r>
            <a:r>
              <a:rPr dirty="0"/>
              <a:t> </a:t>
            </a:r>
            <a:r>
              <a:rPr dirty="0" err="1"/>
              <a:t>merosi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Amir Temur 1405-yil 18-fevralda </a:t>
            </a:r>
            <a:r>
              <a:rPr dirty="0" err="1"/>
              <a:t>O‘trorda</a:t>
            </a:r>
            <a:r>
              <a:rPr dirty="0"/>
              <a:t> </a:t>
            </a:r>
            <a:r>
              <a:rPr dirty="0" err="1"/>
              <a:t>vafot</a:t>
            </a:r>
            <a:r>
              <a:rPr dirty="0"/>
              <a:t> </a:t>
            </a:r>
            <a:r>
              <a:rPr dirty="0" err="1"/>
              <a:t>etgan</a:t>
            </a:r>
            <a:r>
              <a:rPr dirty="0"/>
              <a:t>. U </a:t>
            </a:r>
            <a:r>
              <a:rPr dirty="0" err="1"/>
              <a:t>Samarqanddagi</a:t>
            </a:r>
            <a:r>
              <a:rPr dirty="0"/>
              <a:t> </a:t>
            </a:r>
            <a:r>
              <a:rPr dirty="0" err="1"/>
              <a:t>Go‘ri</a:t>
            </a:r>
            <a:r>
              <a:rPr dirty="0"/>
              <a:t> Amir </a:t>
            </a:r>
            <a:r>
              <a:rPr dirty="0" err="1"/>
              <a:t>maqbarasida</a:t>
            </a:r>
            <a:r>
              <a:rPr dirty="0"/>
              <a:t> </a:t>
            </a:r>
            <a:r>
              <a:rPr dirty="0" err="1"/>
              <a:t>dafn</a:t>
            </a:r>
            <a:r>
              <a:rPr dirty="0"/>
              <a:t> </a:t>
            </a:r>
            <a:r>
              <a:rPr dirty="0" err="1"/>
              <a:t>etilgan</a:t>
            </a:r>
            <a:r>
              <a:rPr dirty="0"/>
              <a:t>. </a:t>
            </a:r>
            <a:r>
              <a:rPr dirty="0" err="1"/>
              <a:t>Bugun</a:t>
            </a:r>
            <a:r>
              <a:rPr dirty="0"/>
              <a:t> u </a:t>
            </a:r>
            <a:r>
              <a:rPr dirty="0" err="1"/>
              <a:t>O‘zbekiston</a:t>
            </a:r>
            <a:r>
              <a:rPr dirty="0"/>
              <a:t> </a:t>
            </a:r>
            <a:r>
              <a:rPr dirty="0" err="1"/>
              <a:t>xalqining</a:t>
            </a:r>
            <a:r>
              <a:rPr dirty="0"/>
              <a:t> </a:t>
            </a:r>
            <a:r>
              <a:rPr dirty="0" err="1"/>
              <a:t>faxri</a:t>
            </a:r>
            <a:r>
              <a:rPr dirty="0"/>
              <a:t> </a:t>
            </a:r>
            <a:r>
              <a:rPr dirty="0" err="1"/>
              <a:t>va</a:t>
            </a:r>
            <a:r>
              <a:rPr dirty="0"/>
              <a:t> </a:t>
            </a:r>
            <a:r>
              <a:rPr dirty="0" err="1"/>
              <a:t>tarixiy</a:t>
            </a:r>
            <a:r>
              <a:rPr dirty="0"/>
              <a:t> </a:t>
            </a:r>
            <a:r>
              <a:rPr dirty="0" err="1"/>
              <a:t>qahramoni</a:t>
            </a:r>
            <a:r>
              <a:rPr dirty="0"/>
              <a:t> </a:t>
            </a:r>
            <a:r>
              <a:rPr dirty="0" err="1"/>
              <a:t>sifatida</a:t>
            </a:r>
            <a:r>
              <a:rPr dirty="0"/>
              <a:t> </a:t>
            </a:r>
            <a:r>
              <a:rPr dirty="0" err="1"/>
              <a:t>ehtirom</a:t>
            </a:r>
            <a:r>
              <a:rPr dirty="0"/>
              <a:t> </a:t>
            </a:r>
            <a:r>
              <a:rPr dirty="0" err="1"/>
              <a:t>bilan</a:t>
            </a:r>
            <a:r>
              <a:rPr dirty="0"/>
              <a:t> </a:t>
            </a:r>
            <a:r>
              <a:rPr dirty="0" err="1"/>
              <a:t>yodga</a:t>
            </a:r>
            <a:r>
              <a:rPr dirty="0"/>
              <a:t> </a:t>
            </a:r>
            <a:r>
              <a:rPr dirty="0" err="1"/>
              <a:t>olinadi</a:t>
            </a:r>
            <a:r>
              <a:rPr dirty="0"/>
              <a:t>.</a:t>
            </a:r>
          </a:p>
        </p:txBody>
      </p:sp>
      <p:pic>
        <p:nvPicPr>
          <p:cNvPr id="4" name="Picture 2" descr="PDP University - YouTube">
            <a:extLst>
              <a:ext uri="{FF2B5EF4-FFF2-40B4-BE49-F238E27FC236}">
                <a16:creationId xmlns:a16="http://schemas.microsoft.com/office/drawing/2014/main" id="{590C583B-7214-4167-AB63-137E3ECCFD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5239" y="265125"/>
            <a:ext cx="1508761" cy="1508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Samarkand - LotusTour.uz">
            <a:extLst>
              <a:ext uri="{FF2B5EF4-FFF2-40B4-BE49-F238E27FC236}">
                <a16:creationId xmlns:a16="http://schemas.microsoft.com/office/drawing/2014/main" id="{DCB1A466-D038-4324-8625-B9607126B3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132" y="3749356"/>
            <a:ext cx="3748087" cy="2687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2" name="Picture 6" descr="Qozog'iston haqida qiziqarli faktlar ...">
            <a:extLst>
              <a:ext uri="{FF2B5EF4-FFF2-40B4-BE49-F238E27FC236}">
                <a16:creationId xmlns:a16="http://schemas.microsoft.com/office/drawing/2014/main" id="{512C82DA-9F51-4CAB-A53B-4C682ABA39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5875" y="4055580"/>
            <a:ext cx="3585540" cy="1792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Xulosa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Amir Temur – jasorat, adolat va davlatparvarlik timsolidir. Uning hayoti bizni Vatan, birlik va taraqqiyot yo‘lida fidokor bo‘lishga chorlaydi.</a:t>
            </a:r>
          </a:p>
          <a:p>
            <a:endParaRPr/>
          </a:p>
          <a:p>
            <a:r>
              <a:t>“Kim adolat qilsa, kuch unga yor bo‘lur.” – Amir Temur</a:t>
            </a:r>
          </a:p>
        </p:txBody>
      </p:sp>
      <p:pic>
        <p:nvPicPr>
          <p:cNvPr id="4" name="Picture 2" descr="PDP University - YouTube">
            <a:extLst>
              <a:ext uri="{FF2B5EF4-FFF2-40B4-BE49-F238E27FC236}">
                <a16:creationId xmlns:a16="http://schemas.microsoft.com/office/drawing/2014/main" id="{D2A0131E-9774-4872-A374-C93B755C6F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7317" y="284176"/>
            <a:ext cx="1508761" cy="1508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anded">
  <a:themeElements>
    <a:clrScheme name="Banded">
      <a:dk1>
        <a:srgbClr val="2C2C2C"/>
      </a:dk1>
      <a:lt1>
        <a:srgbClr val="FFFFFF"/>
      </a:lt1>
      <a:dk2>
        <a:srgbClr val="099BDD"/>
      </a:dk2>
      <a:lt2>
        <a:srgbClr val="F2F2F2"/>
      </a:lt2>
      <a:accent1>
        <a:srgbClr val="FFC000"/>
      </a:accent1>
      <a:accent2>
        <a:srgbClr val="A5D028"/>
      </a:accent2>
      <a:accent3>
        <a:srgbClr val="08CC78"/>
      </a:accent3>
      <a:accent4>
        <a:srgbClr val="F24099"/>
      </a:accent4>
      <a:accent5>
        <a:srgbClr val="828288"/>
      </a:accent5>
      <a:accent6>
        <a:srgbClr val="F56617"/>
      </a:accent6>
      <a:hlink>
        <a:srgbClr val="005DBA"/>
      </a:hlink>
      <a:folHlink>
        <a:srgbClr val="6C606A"/>
      </a:folHlink>
    </a:clrScheme>
    <a:fontScheme name="Banded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nded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9792607F-9579-4224-82FF-9C88C3E1E53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Banded</Template>
  <TotalTime>46</TotalTime>
  <Words>446</Words>
  <Application>Microsoft Office PowerPoint</Application>
  <PresentationFormat>On-screen Show (4:3)</PresentationFormat>
  <Paragraphs>30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Corbel</vt:lpstr>
      <vt:lpstr>Wingdings</vt:lpstr>
      <vt:lpstr>Banded</vt:lpstr>
      <vt:lpstr>Amir Temur — buyuk davlat arbobi</vt:lpstr>
      <vt:lpstr>Kirish</vt:lpstr>
      <vt:lpstr>Bolaligi va kelib chiqishi</vt:lpstr>
      <vt:lpstr>Harbiy faoliyatining boshlanishi</vt:lpstr>
      <vt:lpstr>Movarounnahrda hokimiyatni qo‘lga olishi</vt:lpstr>
      <vt:lpstr>Temur imperiyasi chegaralari</vt:lpstr>
      <vt:lpstr>Davlat boshqaruvi tizimi</vt:lpstr>
      <vt:lpstr>Madaniyat va ilm-fan rivojiga hissasi</vt:lpstr>
      <vt:lpstr>Amir Temurning avlodlari</vt:lpstr>
      <vt:lpstr>Qiziqarli faktlar</vt:lpstr>
      <vt:lpstr>Amir Temurning vafoti va merosi</vt:lpstr>
      <vt:lpstr>Xulosa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Amir Temur — buyuk davlat arbobi</dc:title>
  <dc:subject/>
  <dc:creator/>
  <cp:keywords/>
  <dc:description>generated using python-pptx</dc:description>
  <cp:lastModifiedBy>raximovatam999@gmail.com</cp:lastModifiedBy>
  <cp:revision>6</cp:revision>
  <dcterms:created xsi:type="dcterms:W3CDTF">2013-01-27T09:14:16Z</dcterms:created>
  <dcterms:modified xsi:type="dcterms:W3CDTF">2025-10-28T17:31:07Z</dcterms:modified>
  <cp:category/>
</cp:coreProperties>
</file>