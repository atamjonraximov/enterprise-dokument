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8CF9-D46A-4B87-8C86-86241933FCDA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FC093-0E0B-44F6-A0AB-76219B8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1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FC093-0E0B-44F6-A0AB-76219B8EBD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51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1" y="2059012"/>
            <a:ext cx="1219249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664" y="2166365"/>
            <a:ext cx="11468578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5998" spc="1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996251"/>
            <a:ext cx="9141619" cy="1309255"/>
          </a:xfrm>
        </p:spPr>
        <p:txBody>
          <a:bodyPr>
            <a:normAutofit/>
          </a:bodyPr>
          <a:lstStyle>
            <a:lvl1pPr marL="0" indent="0" algn="ctr">
              <a:buNone/>
              <a:defRPr sz="19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9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1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1" y="2059012"/>
            <a:ext cx="12192492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974" y="2208879"/>
            <a:ext cx="10512862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5998" b="0" spc="15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974" y="4010335"/>
            <a:ext cx="10512862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1999">
                <a:solidFill>
                  <a:schemeClr val="tx2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030" y="2011680"/>
            <a:ext cx="4753642" cy="420624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768" y="2011680"/>
            <a:ext cx="4753642" cy="420624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5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694" y="1913470"/>
            <a:ext cx="4753642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6694" y="2656566"/>
            <a:ext cx="4753642" cy="35661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9607" y="1913470"/>
            <a:ext cx="4753642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29607" y="2656564"/>
            <a:ext cx="4753642" cy="35661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1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5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693" y="2120054"/>
            <a:ext cx="6124885" cy="4114800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6994" y="2147487"/>
            <a:ext cx="3199567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1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79826" y="2211494"/>
            <a:ext cx="6124885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199">
                <a:solidFill>
                  <a:schemeClr val="tx1">
                    <a:lumMod val="50000"/>
                  </a:schemeClr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8659" y="2150621"/>
            <a:ext cx="3199567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6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0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6963" y="0"/>
            <a:ext cx="274248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58239" y="274638"/>
            <a:ext cx="2401754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1" y="274638"/>
            <a:ext cx="7971215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7982" y="6422855"/>
            <a:ext cx="274248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5152" y="6422855"/>
            <a:ext cx="427855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0946" y="6422855"/>
            <a:ext cx="87953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8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5778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606" y="284176"/>
            <a:ext cx="9781532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606" y="2011680"/>
            <a:ext cx="9781532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1953" y="6422855"/>
            <a:ext cx="300011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5014" y="6422855"/>
            <a:ext cx="50431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6151" y="6422855"/>
            <a:ext cx="94601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1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3999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25" indent="-182825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411357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63988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868419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951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215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358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8511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5658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PDP </a:t>
            </a:r>
            <a:r>
              <a:rPr dirty="0" err="1"/>
              <a:t>Universitetiga</a:t>
            </a:r>
            <a:r>
              <a:rPr dirty="0"/>
              <a:t> </a:t>
            </a:r>
            <a:r>
              <a:rPr dirty="0" err="1"/>
              <a:t>Xush</a:t>
            </a:r>
            <a:r>
              <a:rPr dirty="0"/>
              <a:t> </a:t>
            </a:r>
            <a:r>
              <a:rPr dirty="0" err="1"/>
              <a:t>Kelibsiz</a:t>
            </a:r>
            <a:r>
              <a:rPr dirty="0"/>
              <a:t>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Orientation Week – 2025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PDP nima?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PDP – Personal Development Process</a:t>
            </a:r>
          </a:p>
          <a:p>
            <a:pPr>
              <a:defRPr sz="2000"/>
            </a:pPr>
            <a:r>
              <a:rPr dirty="0" err="1"/>
              <a:t>O‘zbekistonda</a:t>
            </a:r>
            <a:r>
              <a:rPr dirty="0"/>
              <a:t> yagona </a:t>
            </a:r>
            <a:r>
              <a:rPr dirty="0" err="1"/>
              <a:t>ITga</a:t>
            </a:r>
            <a:r>
              <a:rPr dirty="0"/>
              <a:t> </a:t>
            </a:r>
            <a:r>
              <a:rPr dirty="0" err="1"/>
              <a:t>ixtisoslashgan</a:t>
            </a:r>
            <a:r>
              <a:rPr dirty="0"/>
              <a:t> </a:t>
            </a:r>
            <a:r>
              <a:rPr dirty="0" err="1"/>
              <a:t>universitet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Barcha</a:t>
            </a:r>
            <a:r>
              <a:rPr dirty="0"/>
              <a:t> </a:t>
            </a:r>
            <a:r>
              <a:rPr dirty="0" err="1"/>
              <a:t>fanlar</a:t>
            </a:r>
            <a:r>
              <a:rPr dirty="0"/>
              <a:t> IT </a:t>
            </a:r>
            <a:r>
              <a:rPr dirty="0" err="1"/>
              <a:t>sohasiga</a:t>
            </a:r>
            <a:r>
              <a:rPr dirty="0"/>
              <a:t> </a:t>
            </a:r>
            <a:r>
              <a:rPr dirty="0" err="1"/>
              <a:t>qaratilgan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Maqsad</a:t>
            </a:r>
            <a:r>
              <a:rPr dirty="0"/>
              <a:t>: </a:t>
            </a:r>
            <a:r>
              <a:rPr dirty="0" err="1"/>
              <a:t>Talabalarning</a:t>
            </a:r>
            <a:r>
              <a:rPr dirty="0"/>
              <a:t> </a:t>
            </a:r>
            <a:r>
              <a:rPr dirty="0" err="1"/>
              <a:t>shaxsiy</a:t>
            </a:r>
            <a:r>
              <a:rPr dirty="0"/>
              <a:t> </a:t>
            </a:r>
            <a:r>
              <a:rPr dirty="0" err="1"/>
              <a:t>rivojlanishi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IT </a:t>
            </a:r>
            <a:r>
              <a:rPr dirty="0" err="1"/>
              <a:t>mutaxassisi</a:t>
            </a:r>
            <a:r>
              <a:rPr dirty="0"/>
              <a:t> </a:t>
            </a:r>
            <a:r>
              <a:rPr dirty="0" err="1"/>
              <a:t>bo‘lishiga</a:t>
            </a:r>
            <a:r>
              <a:rPr dirty="0"/>
              <a:t> </a:t>
            </a:r>
            <a:r>
              <a:rPr dirty="0" err="1"/>
              <a:t>yordam</a:t>
            </a:r>
            <a:r>
              <a:rPr dirty="0"/>
              <a:t> </a:t>
            </a:r>
            <a:r>
              <a:rPr dirty="0" err="1"/>
              <a:t>berish</a:t>
            </a:r>
            <a:r>
              <a:rPr dirty="0"/>
              <a:t>.</a:t>
            </a:r>
          </a:p>
        </p:txBody>
      </p:sp>
      <p:pic>
        <p:nvPicPr>
          <p:cNvPr id="2050" name="Picture 2" descr="PDP University - YouTube">
            <a:extLst>
              <a:ext uri="{FF2B5EF4-FFF2-40B4-BE49-F238E27FC236}">
                <a16:creationId xmlns:a16="http://schemas.microsoft.com/office/drawing/2014/main" id="{7E9542A6-33C6-4D88-94D2-7056A536E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BuYUK BRITANIYA TA’LIM TIZMI</a:t>
            </a:r>
            <a:endParaRPr dirty="0"/>
          </a:p>
        </p:txBody>
      </p:sp>
      <p:pic>
        <p:nvPicPr>
          <p:cNvPr id="13" name="object 31">
            <a:extLst>
              <a:ext uri="{FF2B5EF4-FFF2-40B4-BE49-F238E27FC236}">
                <a16:creationId xmlns:a16="http://schemas.microsoft.com/office/drawing/2014/main" id="{C02F4B03-60B7-41D0-8257-E74BD61D34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6195" y="2111364"/>
            <a:ext cx="5098534" cy="4609556"/>
          </a:xfrm>
          <a:prstGeom prst="rect">
            <a:avLst/>
          </a:prstGeom>
        </p:spPr>
      </p:pic>
      <p:sp>
        <p:nvSpPr>
          <p:cNvPr id="59" name="object 22">
            <a:extLst>
              <a:ext uri="{FF2B5EF4-FFF2-40B4-BE49-F238E27FC236}">
                <a16:creationId xmlns:a16="http://schemas.microsoft.com/office/drawing/2014/main" id="{DDF81FDE-CD7A-43BB-9083-5E0526DA5C51}"/>
              </a:ext>
            </a:extLst>
          </p:cNvPr>
          <p:cNvSpPr/>
          <p:nvPr/>
        </p:nvSpPr>
        <p:spPr>
          <a:xfrm>
            <a:off x="10076510" y="677960"/>
            <a:ext cx="1868219" cy="360596"/>
          </a:xfrm>
          <a:custGeom>
            <a:avLst/>
            <a:gdLst/>
            <a:ahLst/>
            <a:cxnLst/>
            <a:rect l="l" t="t" r="r" b="b"/>
            <a:pathLst>
              <a:path w="2215515" h="457200">
                <a:moveTo>
                  <a:pt x="6045" y="15532"/>
                </a:moveTo>
                <a:lnTo>
                  <a:pt x="5511" y="14681"/>
                </a:lnTo>
                <a:lnTo>
                  <a:pt x="3251" y="13919"/>
                </a:lnTo>
                <a:lnTo>
                  <a:pt x="6045" y="15532"/>
                </a:lnTo>
                <a:close/>
              </a:path>
              <a:path w="2215515" h="457200">
                <a:moveTo>
                  <a:pt x="382155" y="132397"/>
                </a:moveTo>
                <a:lnTo>
                  <a:pt x="375119" y="89852"/>
                </a:lnTo>
                <a:lnTo>
                  <a:pt x="355536" y="56159"/>
                </a:lnTo>
                <a:lnTo>
                  <a:pt x="325742" y="30835"/>
                </a:lnTo>
                <a:lnTo>
                  <a:pt x="302488" y="20053"/>
                </a:lnTo>
                <a:lnTo>
                  <a:pt x="302488" y="139052"/>
                </a:lnTo>
                <a:lnTo>
                  <a:pt x="301066" y="163957"/>
                </a:lnTo>
                <a:lnTo>
                  <a:pt x="288620" y="205676"/>
                </a:lnTo>
                <a:lnTo>
                  <a:pt x="261696" y="233235"/>
                </a:lnTo>
                <a:lnTo>
                  <a:pt x="219722" y="247357"/>
                </a:lnTo>
                <a:lnTo>
                  <a:pt x="195351" y="249250"/>
                </a:lnTo>
                <a:lnTo>
                  <a:pt x="139560" y="249250"/>
                </a:lnTo>
                <a:lnTo>
                  <a:pt x="139560" y="21094"/>
                </a:lnTo>
                <a:lnTo>
                  <a:pt x="194271" y="21094"/>
                </a:lnTo>
                <a:lnTo>
                  <a:pt x="245706" y="28841"/>
                </a:lnTo>
                <a:lnTo>
                  <a:pt x="279082" y="51612"/>
                </a:lnTo>
                <a:lnTo>
                  <a:pt x="297103" y="88607"/>
                </a:lnTo>
                <a:lnTo>
                  <a:pt x="302488" y="139052"/>
                </a:lnTo>
                <a:lnTo>
                  <a:pt x="302488" y="20053"/>
                </a:lnTo>
                <a:lnTo>
                  <a:pt x="288086" y="13373"/>
                </a:lnTo>
                <a:lnTo>
                  <a:pt x="244957" y="3251"/>
                </a:lnTo>
                <a:lnTo>
                  <a:pt x="198755" y="0"/>
                </a:lnTo>
                <a:lnTo>
                  <a:pt x="4127" y="0"/>
                </a:lnTo>
                <a:lnTo>
                  <a:pt x="0" y="5448"/>
                </a:lnTo>
                <a:lnTo>
                  <a:pt x="4191" y="12420"/>
                </a:lnTo>
                <a:lnTo>
                  <a:pt x="5511" y="14681"/>
                </a:lnTo>
                <a:lnTo>
                  <a:pt x="8064" y="15532"/>
                </a:lnTo>
                <a:lnTo>
                  <a:pt x="26289" y="18249"/>
                </a:lnTo>
                <a:lnTo>
                  <a:pt x="42926" y="22821"/>
                </a:lnTo>
                <a:lnTo>
                  <a:pt x="56426" y="30619"/>
                </a:lnTo>
                <a:lnTo>
                  <a:pt x="65481" y="43002"/>
                </a:lnTo>
                <a:lnTo>
                  <a:pt x="68795" y="61341"/>
                </a:lnTo>
                <a:lnTo>
                  <a:pt x="68795" y="389978"/>
                </a:lnTo>
                <a:lnTo>
                  <a:pt x="43980" y="427824"/>
                </a:lnTo>
                <a:lnTo>
                  <a:pt x="9944" y="434416"/>
                </a:lnTo>
                <a:lnTo>
                  <a:pt x="4051" y="437311"/>
                </a:lnTo>
                <a:lnTo>
                  <a:pt x="1346" y="446303"/>
                </a:lnTo>
                <a:lnTo>
                  <a:pt x="3187" y="451319"/>
                </a:lnTo>
                <a:lnTo>
                  <a:pt x="199796" y="451319"/>
                </a:lnTo>
                <a:lnTo>
                  <a:pt x="207213" y="449021"/>
                </a:lnTo>
                <a:lnTo>
                  <a:pt x="210007" y="443826"/>
                </a:lnTo>
                <a:lnTo>
                  <a:pt x="208013" y="438327"/>
                </a:lnTo>
                <a:lnTo>
                  <a:pt x="201091" y="435076"/>
                </a:lnTo>
                <a:lnTo>
                  <a:pt x="180784" y="432168"/>
                </a:lnTo>
                <a:lnTo>
                  <a:pt x="160820" y="426313"/>
                </a:lnTo>
                <a:lnTo>
                  <a:pt x="145605" y="414121"/>
                </a:lnTo>
                <a:lnTo>
                  <a:pt x="139560" y="392201"/>
                </a:lnTo>
                <a:lnTo>
                  <a:pt x="139446" y="291261"/>
                </a:lnTo>
                <a:lnTo>
                  <a:pt x="140068" y="270751"/>
                </a:lnTo>
                <a:lnTo>
                  <a:pt x="140068" y="270586"/>
                </a:lnTo>
                <a:lnTo>
                  <a:pt x="183921" y="270751"/>
                </a:lnTo>
                <a:lnTo>
                  <a:pt x="189293" y="270586"/>
                </a:lnTo>
                <a:lnTo>
                  <a:pt x="227418" y="269430"/>
                </a:lnTo>
                <a:lnTo>
                  <a:pt x="269227" y="263969"/>
                </a:lnTo>
                <a:lnTo>
                  <a:pt x="307975" y="251688"/>
                </a:lnTo>
                <a:lnTo>
                  <a:pt x="312089" y="249250"/>
                </a:lnTo>
                <a:lnTo>
                  <a:pt x="339128" y="233235"/>
                </a:lnTo>
                <a:lnTo>
                  <a:pt x="362597" y="208076"/>
                </a:lnTo>
                <a:lnTo>
                  <a:pt x="377126" y="175006"/>
                </a:lnTo>
                <a:lnTo>
                  <a:pt x="382155" y="132397"/>
                </a:lnTo>
                <a:close/>
              </a:path>
              <a:path w="2215515" h="457200">
                <a:moveTo>
                  <a:pt x="661657" y="239649"/>
                </a:moveTo>
                <a:lnTo>
                  <a:pt x="647611" y="191935"/>
                </a:lnTo>
                <a:lnTo>
                  <a:pt x="612076" y="148399"/>
                </a:lnTo>
                <a:lnTo>
                  <a:pt x="604253" y="143802"/>
                </a:lnTo>
                <a:lnTo>
                  <a:pt x="594347" y="137960"/>
                </a:lnTo>
                <a:lnTo>
                  <a:pt x="592099" y="137160"/>
                </a:lnTo>
                <a:lnTo>
                  <a:pt x="592099" y="228752"/>
                </a:lnTo>
                <a:lnTo>
                  <a:pt x="591058" y="248399"/>
                </a:lnTo>
                <a:lnTo>
                  <a:pt x="568833" y="249732"/>
                </a:lnTo>
                <a:lnTo>
                  <a:pt x="524459" y="249961"/>
                </a:lnTo>
                <a:lnTo>
                  <a:pt x="486283" y="249732"/>
                </a:lnTo>
                <a:lnTo>
                  <a:pt x="449427" y="249428"/>
                </a:lnTo>
                <a:lnTo>
                  <a:pt x="455485" y="212788"/>
                </a:lnTo>
                <a:lnTo>
                  <a:pt x="468998" y="179463"/>
                </a:lnTo>
                <a:lnTo>
                  <a:pt x="490575" y="154711"/>
                </a:lnTo>
                <a:lnTo>
                  <a:pt x="520839" y="143802"/>
                </a:lnTo>
                <a:lnTo>
                  <a:pt x="541261" y="144919"/>
                </a:lnTo>
                <a:lnTo>
                  <a:pt x="580237" y="173113"/>
                </a:lnTo>
                <a:lnTo>
                  <a:pt x="592099" y="228752"/>
                </a:lnTo>
                <a:lnTo>
                  <a:pt x="592099" y="137160"/>
                </a:lnTo>
                <a:lnTo>
                  <a:pt x="573036" y="130340"/>
                </a:lnTo>
                <a:lnTo>
                  <a:pt x="530885" y="125056"/>
                </a:lnTo>
                <a:lnTo>
                  <a:pt x="492010" y="130733"/>
                </a:lnTo>
                <a:lnTo>
                  <a:pt x="427736" y="169214"/>
                </a:lnTo>
                <a:lnTo>
                  <a:pt x="387565" y="234327"/>
                </a:lnTo>
                <a:lnTo>
                  <a:pt x="378828" y="273291"/>
                </a:lnTo>
                <a:lnTo>
                  <a:pt x="378879" y="314629"/>
                </a:lnTo>
                <a:lnTo>
                  <a:pt x="388645" y="356895"/>
                </a:lnTo>
                <a:lnTo>
                  <a:pt x="406552" y="392582"/>
                </a:lnTo>
                <a:lnTo>
                  <a:pt x="433362" y="422643"/>
                </a:lnTo>
                <a:lnTo>
                  <a:pt x="468655" y="444538"/>
                </a:lnTo>
                <a:lnTo>
                  <a:pt x="511962" y="455714"/>
                </a:lnTo>
                <a:lnTo>
                  <a:pt x="536625" y="456526"/>
                </a:lnTo>
                <a:lnTo>
                  <a:pt x="561035" y="453936"/>
                </a:lnTo>
                <a:lnTo>
                  <a:pt x="583933" y="448056"/>
                </a:lnTo>
                <a:lnTo>
                  <a:pt x="604088" y="439000"/>
                </a:lnTo>
                <a:lnTo>
                  <a:pt x="624522" y="423443"/>
                </a:lnTo>
                <a:lnTo>
                  <a:pt x="634771" y="415645"/>
                </a:lnTo>
                <a:lnTo>
                  <a:pt x="653999" y="391401"/>
                </a:lnTo>
                <a:lnTo>
                  <a:pt x="660298" y="372897"/>
                </a:lnTo>
                <a:lnTo>
                  <a:pt x="652170" y="366776"/>
                </a:lnTo>
                <a:lnTo>
                  <a:pt x="646023" y="371297"/>
                </a:lnTo>
                <a:lnTo>
                  <a:pt x="637336" y="381508"/>
                </a:lnTo>
                <a:lnTo>
                  <a:pt x="625348" y="394550"/>
                </a:lnTo>
                <a:lnTo>
                  <a:pt x="609320" y="407581"/>
                </a:lnTo>
                <a:lnTo>
                  <a:pt x="589737" y="417525"/>
                </a:lnTo>
                <a:lnTo>
                  <a:pt x="567944" y="422973"/>
                </a:lnTo>
                <a:lnTo>
                  <a:pt x="544576" y="423443"/>
                </a:lnTo>
                <a:lnTo>
                  <a:pt x="520293" y="418439"/>
                </a:lnTo>
                <a:lnTo>
                  <a:pt x="485673" y="397268"/>
                </a:lnTo>
                <a:lnTo>
                  <a:pt x="463296" y="364375"/>
                </a:lnTo>
                <a:lnTo>
                  <a:pt x="450329" y="319671"/>
                </a:lnTo>
                <a:lnTo>
                  <a:pt x="447230" y="293700"/>
                </a:lnTo>
                <a:lnTo>
                  <a:pt x="448259" y="273291"/>
                </a:lnTo>
                <a:lnTo>
                  <a:pt x="448373" y="271068"/>
                </a:lnTo>
                <a:lnTo>
                  <a:pt x="479120" y="270484"/>
                </a:lnTo>
                <a:lnTo>
                  <a:pt x="558673" y="270484"/>
                </a:lnTo>
                <a:lnTo>
                  <a:pt x="650468" y="270840"/>
                </a:lnTo>
                <a:lnTo>
                  <a:pt x="651586" y="270840"/>
                </a:lnTo>
                <a:lnTo>
                  <a:pt x="659384" y="271957"/>
                </a:lnTo>
                <a:lnTo>
                  <a:pt x="659561" y="271068"/>
                </a:lnTo>
                <a:lnTo>
                  <a:pt x="659676" y="270484"/>
                </a:lnTo>
                <a:lnTo>
                  <a:pt x="661352" y="262115"/>
                </a:lnTo>
                <a:lnTo>
                  <a:pt x="661517" y="249961"/>
                </a:lnTo>
                <a:lnTo>
                  <a:pt x="661543" y="248399"/>
                </a:lnTo>
                <a:lnTo>
                  <a:pt x="661657" y="239649"/>
                </a:lnTo>
                <a:close/>
              </a:path>
              <a:path w="2215515" h="457200">
                <a:moveTo>
                  <a:pt x="987412" y="442734"/>
                </a:moveTo>
                <a:lnTo>
                  <a:pt x="987171" y="433603"/>
                </a:lnTo>
                <a:lnTo>
                  <a:pt x="987120" y="431482"/>
                </a:lnTo>
                <a:lnTo>
                  <a:pt x="987094" y="430301"/>
                </a:lnTo>
                <a:lnTo>
                  <a:pt x="980770" y="429907"/>
                </a:lnTo>
                <a:lnTo>
                  <a:pt x="974763" y="430898"/>
                </a:lnTo>
                <a:lnTo>
                  <a:pt x="968667" y="431482"/>
                </a:lnTo>
                <a:lnTo>
                  <a:pt x="961783" y="429907"/>
                </a:lnTo>
                <a:lnTo>
                  <a:pt x="947470" y="386905"/>
                </a:lnTo>
                <a:lnTo>
                  <a:pt x="946962" y="346760"/>
                </a:lnTo>
                <a:lnTo>
                  <a:pt x="947089" y="293738"/>
                </a:lnTo>
                <a:lnTo>
                  <a:pt x="947153" y="283349"/>
                </a:lnTo>
                <a:lnTo>
                  <a:pt x="947267" y="270217"/>
                </a:lnTo>
                <a:lnTo>
                  <a:pt x="947356" y="228320"/>
                </a:lnTo>
                <a:lnTo>
                  <a:pt x="941603" y="183959"/>
                </a:lnTo>
                <a:lnTo>
                  <a:pt x="919162" y="150088"/>
                </a:lnTo>
                <a:lnTo>
                  <a:pt x="910005" y="143954"/>
                </a:lnTo>
                <a:lnTo>
                  <a:pt x="903109" y="139331"/>
                </a:lnTo>
                <a:lnTo>
                  <a:pt x="883577" y="131521"/>
                </a:lnTo>
                <a:lnTo>
                  <a:pt x="860767" y="126809"/>
                </a:lnTo>
                <a:lnTo>
                  <a:pt x="836091" y="125069"/>
                </a:lnTo>
                <a:lnTo>
                  <a:pt x="811707" y="126149"/>
                </a:lnTo>
                <a:lnTo>
                  <a:pt x="788149" y="130060"/>
                </a:lnTo>
                <a:lnTo>
                  <a:pt x="765949" y="136817"/>
                </a:lnTo>
                <a:lnTo>
                  <a:pt x="726363" y="162648"/>
                </a:lnTo>
                <a:lnTo>
                  <a:pt x="711784" y="193446"/>
                </a:lnTo>
                <a:lnTo>
                  <a:pt x="717054" y="220662"/>
                </a:lnTo>
                <a:lnTo>
                  <a:pt x="717118" y="220992"/>
                </a:lnTo>
                <a:lnTo>
                  <a:pt x="737285" y="237096"/>
                </a:lnTo>
                <a:lnTo>
                  <a:pt x="767194" y="233502"/>
                </a:lnTo>
                <a:lnTo>
                  <a:pt x="774839" y="228320"/>
                </a:lnTo>
                <a:lnTo>
                  <a:pt x="781392" y="220662"/>
                </a:lnTo>
                <a:lnTo>
                  <a:pt x="785914" y="210845"/>
                </a:lnTo>
                <a:lnTo>
                  <a:pt x="787450" y="199174"/>
                </a:lnTo>
                <a:lnTo>
                  <a:pt x="785787" y="187452"/>
                </a:lnTo>
                <a:lnTo>
                  <a:pt x="781900" y="177774"/>
                </a:lnTo>
                <a:lnTo>
                  <a:pt x="776706" y="169697"/>
                </a:lnTo>
                <a:lnTo>
                  <a:pt x="771067" y="162826"/>
                </a:lnTo>
                <a:lnTo>
                  <a:pt x="788060" y="150901"/>
                </a:lnTo>
                <a:lnTo>
                  <a:pt x="814019" y="143954"/>
                </a:lnTo>
                <a:lnTo>
                  <a:pt x="842111" y="144564"/>
                </a:lnTo>
                <a:lnTo>
                  <a:pt x="865517" y="155333"/>
                </a:lnTo>
                <a:lnTo>
                  <a:pt x="877849" y="175260"/>
                </a:lnTo>
                <a:lnTo>
                  <a:pt x="883196" y="202438"/>
                </a:lnTo>
                <a:lnTo>
                  <a:pt x="884186" y="228320"/>
                </a:lnTo>
                <a:lnTo>
                  <a:pt x="884301" y="237096"/>
                </a:lnTo>
                <a:lnTo>
                  <a:pt x="884161" y="255803"/>
                </a:lnTo>
                <a:lnTo>
                  <a:pt x="884110" y="261366"/>
                </a:lnTo>
                <a:lnTo>
                  <a:pt x="884110" y="283349"/>
                </a:lnTo>
                <a:lnTo>
                  <a:pt x="883958" y="380123"/>
                </a:lnTo>
                <a:lnTo>
                  <a:pt x="847128" y="415188"/>
                </a:lnTo>
                <a:lnTo>
                  <a:pt x="815873" y="424230"/>
                </a:lnTo>
                <a:lnTo>
                  <a:pt x="802233" y="422427"/>
                </a:lnTo>
                <a:lnTo>
                  <a:pt x="770610" y="389343"/>
                </a:lnTo>
                <a:lnTo>
                  <a:pt x="768388" y="375259"/>
                </a:lnTo>
                <a:lnTo>
                  <a:pt x="768807" y="360489"/>
                </a:lnTo>
                <a:lnTo>
                  <a:pt x="792848" y="320243"/>
                </a:lnTo>
                <a:lnTo>
                  <a:pt x="834567" y="297992"/>
                </a:lnTo>
                <a:lnTo>
                  <a:pt x="884110" y="283349"/>
                </a:lnTo>
                <a:lnTo>
                  <a:pt x="884110" y="261366"/>
                </a:lnTo>
                <a:lnTo>
                  <a:pt x="878979" y="264401"/>
                </a:lnTo>
                <a:lnTo>
                  <a:pt x="870178" y="266890"/>
                </a:lnTo>
                <a:lnTo>
                  <a:pt x="853884" y="270217"/>
                </a:lnTo>
                <a:lnTo>
                  <a:pt x="813943" y="280035"/>
                </a:lnTo>
                <a:lnTo>
                  <a:pt x="772261" y="293738"/>
                </a:lnTo>
                <a:lnTo>
                  <a:pt x="735203" y="314096"/>
                </a:lnTo>
                <a:lnTo>
                  <a:pt x="709129" y="343852"/>
                </a:lnTo>
                <a:lnTo>
                  <a:pt x="700417" y="385749"/>
                </a:lnTo>
                <a:lnTo>
                  <a:pt x="712990" y="424230"/>
                </a:lnTo>
                <a:lnTo>
                  <a:pt x="742454" y="448132"/>
                </a:lnTo>
                <a:lnTo>
                  <a:pt x="782383" y="456742"/>
                </a:lnTo>
                <a:lnTo>
                  <a:pt x="826274" y="449287"/>
                </a:lnTo>
                <a:lnTo>
                  <a:pt x="867676" y="425043"/>
                </a:lnTo>
                <a:lnTo>
                  <a:pt x="868603" y="424230"/>
                </a:lnTo>
                <a:lnTo>
                  <a:pt x="872858" y="420598"/>
                </a:lnTo>
                <a:lnTo>
                  <a:pt x="877620" y="416458"/>
                </a:lnTo>
                <a:lnTo>
                  <a:pt x="882205" y="412165"/>
                </a:lnTo>
                <a:lnTo>
                  <a:pt x="886891" y="407225"/>
                </a:lnTo>
                <a:lnTo>
                  <a:pt x="889076" y="417588"/>
                </a:lnTo>
                <a:lnTo>
                  <a:pt x="911047" y="451688"/>
                </a:lnTo>
                <a:lnTo>
                  <a:pt x="929563" y="456311"/>
                </a:lnTo>
                <a:lnTo>
                  <a:pt x="947775" y="455549"/>
                </a:lnTo>
                <a:lnTo>
                  <a:pt x="970673" y="451091"/>
                </a:lnTo>
                <a:lnTo>
                  <a:pt x="987412" y="442734"/>
                </a:lnTo>
                <a:close/>
              </a:path>
              <a:path w="2215515" h="457200">
                <a:moveTo>
                  <a:pt x="1260246" y="163182"/>
                </a:moveTo>
                <a:lnTo>
                  <a:pt x="1251458" y="143548"/>
                </a:lnTo>
                <a:lnTo>
                  <a:pt x="1236814" y="131673"/>
                </a:lnTo>
                <a:lnTo>
                  <a:pt x="1217345" y="125615"/>
                </a:lnTo>
                <a:lnTo>
                  <a:pt x="1195514" y="125806"/>
                </a:lnTo>
                <a:lnTo>
                  <a:pt x="1173759" y="132689"/>
                </a:lnTo>
                <a:lnTo>
                  <a:pt x="1151788" y="147015"/>
                </a:lnTo>
                <a:lnTo>
                  <a:pt x="1136929" y="162102"/>
                </a:lnTo>
                <a:lnTo>
                  <a:pt x="1127264" y="175145"/>
                </a:lnTo>
                <a:lnTo>
                  <a:pt x="1120889" y="183299"/>
                </a:lnTo>
                <a:lnTo>
                  <a:pt x="1121016" y="140106"/>
                </a:lnTo>
                <a:lnTo>
                  <a:pt x="1120063" y="133604"/>
                </a:lnTo>
                <a:lnTo>
                  <a:pt x="1116050" y="129794"/>
                </a:lnTo>
                <a:lnTo>
                  <a:pt x="1107033" y="128778"/>
                </a:lnTo>
                <a:lnTo>
                  <a:pt x="1041514" y="130556"/>
                </a:lnTo>
                <a:lnTo>
                  <a:pt x="1035164" y="130492"/>
                </a:lnTo>
                <a:lnTo>
                  <a:pt x="1026718" y="131305"/>
                </a:lnTo>
                <a:lnTo>
                  <a:pt x="1020572" y="134848"/>
                </a:lnTo>
                <a:lnTo>
                  <a:pt x="1021067" y="142963"/>
                </a:lnTo>
                <a:lnTo>
                  <a:pt x="1024940" y="145999"/>
                </a:lnTo>
                <a:lnTo>
                  <a:pt x="1031646" y="148259"/>
                </a:lnTo>
                <a:lnTo>
                  <a:pt x="1039037" y="150228"/>
                </a:lnTo>
                <a:lnTo>
                  <a:pt x="1044930" y="152450"/>
                </a:lnTo>
                <a:lnTo>
                  <a:pt x="1054176" y="161848"/>
                </a:lnTo>
                <a:lnTo>
                  <a:pt x="1057732" y="174701"/>
                </a:lnTo>
                <a:lnTo>
                  <a:pt x="1058049" y="190042"/>
                </a:lnTo>
                <a:lnTo>
                  <a:pt x="1057605" y="206959"/>
                </a:lnTo>
                <a:lnTo>
                  <a:pt x="1057605" y="407911"/>
                </a:lnTo>
                <a:lnTo>
                  <a:pt x="1054671" y="427151"/>
                </a:lnTo>
                <a:lnTo>
                  <a:pt x="1046657" y="433641"/>
                </a:lnTo>
                <a:lnTo>
                  <a:pt x="1035050" y="434936"/>
                </a:lnTo>
                <a:lnTo>
                  <a:pt x="1021321" y="438581"/>
                </a:lnTo>
                <a:lnTo>
                  <a:pt x="1021359" y="447878"/>
                </a:lnTo>
                <a:lnTo>
                  <a:pt x="1027442" y="451510"/>
                </a:lnTo>
                <a:lnTo>
                  <a:pt x="1037183" y="451904"/>
                </a:lnTo>
                <a:lnTo>
                  <a:pt x="1048169" y="451485"/>
                </a:lnTo>
                <a:lnTo>
                  <a:pt x="1129220" y="451485"/>
                </a:lnTo>
                <a:lnTo>
                  <a:pt x="1150315" y="451827"/>
                </a:lnTo>
                <a:lnTo>
                  <a:pt x="1160056" y="450748"/>
                </a:lnTo>
                <a:lnTo>
                  <a:pt x="1165440" y="447535"/>
                </a:lnTo>
                <a:lnTo>
                  <a:pt x="1167574" y="436994"/>
                </a:lnTo>
                <a:lnTo>
                  <a:pt x="1161249" y="436727"/>
                </a:lnTo>
                <a:lnTo>
                  <a:pt x="1145438" y="435597"/>
                </a:lnTo>
                <a:lnTo>
                  <a:pt x="1120597" y="406069"/>
                </a:lnTo>
                <a:lnTo>
                  <a:pt x="1120889" y="393484"/>
                </a:lnTo>
                <a:lnTo>
                  <a:pt x="1120889" y="244703"/>
                </a:lnTo>
                <a:lnTo>
                  <a:pt x="1129271" y="203695"/>
                </a:lnTo>
                <a:lnTo>
                  <a:pt x="1166749" y="165785"/>
                </a:lnTo>
                <a:lnTo>
                  <a:pt x="1183690" y="159219"/>
                </a:lnTo>
                <a:lnTo>
                  <a:pt x="1182255" y="171894"/>
                </a:lnTo>
                <a:lnTo>
                  <a:pt x="1182814" y="182930"/>
                </a:lnTo>
                <a:lnTo>
                  <a:pt x="1209598" y="211518"/>
                </a:lnTo>
                <a:lnTo>
                  <a:pt x="1220533" y="213144"/>
                </a:lnTo>
                <a:lnTo>
                  <a:pt x="1232890" y="211721"/>
                </a:lnTo>
                <a:lnTo>
                  <a:pt x="1250200" y="201536"/>
                </a:lnTo>
                <a:lnTo>
                  <a:pt x="1259573" y="183934"/>
                </a:lnTo>
                <a:lnTo>
                  <a:pt x="1260246" y="163182"/>
                </a:lnTo>
                <a:close/>
              </a:path>
              <a:path w="2215515" h="457200">
                <a:moveTo>
                  <a:pt x="1508036" y="341896"/>
                </a:moveTo>
                <a:lnTo>
                  <a:pt x="1502562" y="316509"/>
                </a:lnTo>
                <a:lnTo>
                  <a:pt x="1475981" y="282638"/>
                </a:lnTo>
                <a:lnTo>
                  <a:pt x="1435544" y="262331"/>
                </a:lnTo>
                <a:lnTo>
                  <a:pt x="1390586" y="247459"/>
                </a:lnTo>
                <a:lnTo>
                  <a:pt x="1350441" y="229895"/>
                </a:lnTo>
                <a:lnTo>
                  <a:pt x="1342275" y="223862"/>
                </a:lnTo>
                <a:lnTo>
                  <a:pt x="1334960" y="215773"/>
                </a:lnTo>
                <a:lnTo>
                  <a:pt x="1329829" y="205409"/>
                </a:lnTo>
                <a:lnTo>
                  <a:pt x="1328242" y="192532"/>
                </a:lnTo>
                <a:lnTo>
                  <a:pt x="1340510" y="161544"/>
                </a:lnTo>
                <a:lnTo>
                  <a:pt x="1368310" y="145376"/>
                </a:lnTo>
                <a:lnTo>
                  <a:pt x="1403375" y="145935"/>
                </a:lnTo>
                <a:lnTo>
                  <a:pt x="1437398" y="165163"/>
                </a:lnTo>
                <a:lnTo>
                  <a:pt x="1466100" y="204685"/>
                </a:lnTo>
                <a:lnTo>
                  <a:pt x="1479346" y="232283"/>
                </a:lnTo>
                <a:lnTo>
                  <a:pt x="1490395" y="229425"/>
                </a:lnTo>
                <a:lnTo>
                  <a:pt x="1492935" y="219646"/>
                </a:lnTo>
                <a:lnTo>
                  <a:pt x="1493608" y="205473"/>
                </a:lnTo>
                <a:lnTo>
                  <a:pt x="1493037" y="178079"/>
                </a:lnTo>
                <a:lnTo>
                  <a:pt x="1493507" y="150571"/>
                </a:lnTo>
                <a:lnTo>
                  <a:pt x="1493062" y="135851"/>
                </a:lnTo>
                <a:lnTo>
                  <a:pt x="1491221" y="125831"/>
                </a:lnTo>
                <a:lnTo>
                  <a:pt x="1484414" y="126161"/>
                </a:lnTo>
                <a:lnTo>
                  <a:pt x="1479219" y="129959"/>
                </a:lnTo>
                <a:lnTo>
                  <a:pt x="1473619" y="135978"/>
                </a:lnTo>
                <a:lnTo>
                  <a:pt x="1465554" y="142963"/>
                </a:lnTo>
                <a:lnTo>
                  <a:pt x="1420291" y="127393"/>
                </a:lnTo>
                <a:lnTo>
                  <a:pt x="1375346" y="126326"/>
                </a:lnTo>
                <a:lnTo>
                  <a:pt x="1335074" y="139026"/>
                </a:lnTo>
                <a:lnTo>
                  <a:pt x="1303858" y="164782"/>
                </a:lnTo>
                <a:lnTo>
                  <a:pt x="1286078" y="202857"/>
                </a:lnTo>
                <a:lnTo>
                  <a:pt x="1283944" y="217957"/>
                </a:lnTo>
                <a:lnTo>
                  <a:pt x="1283995" y="233311"/>
                </a:lnTo>
                <a:lnTo>
                  <a:pt x="1317472" y="291553"/>
                </a:lnTo>
                <a:lnTo>
                  <a:pt x="1356956" y="310286"/>
                </a:lnTo>
                <a:lnTo>
                  <a:pt x="1400327" y="324345"/>
                </a:lnTo>
                <a:lnTo>
                  <a:pt x="1438567" y="340156"/>
                </a:lnTo>
                <a:lnTo>
                  <a:pt x="1462671" y="364159"/>
                </a:lnTo>
                <a:lnTo>
                  <a:pt x="1464843" y="401320"/>
                </a:lnTo>
                <a:lnTo>
                  <a:pt x="1441069" y="428586"/>
                </a:lnTo>
                <a:lnTo>
                  <a:pt x="1400937" y="438302"/>
                </a:lnTo>
                <a:lnTo>
                  <a:pt x="1354048" y="422846"/>
                </a:lnTo>
                <a:lnTo>
                  <a:pt x="1331023" y="401574"/>
                </a:lnTo>
                <a:lnTo>
                  <a:pt x="1314107" y="376529"/>
                </a:lnTo>
                <a:lnTo>
                  <a:pt x="1302753" y="354634"/>
                </a:lnTo>
                <a:lnTo>
                  <a:pt x="1296403" y="342798"/>
                </a:lnTo>
                <a:lnTo>
                  <a:pt x="1293279" y="339293"/>
                </a:lnTo>
                <a:lnTo>
                  <a:pt x="1286878" y="338505"/>
                </a:lnTo>
                <a:lnTo>
                  <a:pt x="1281747" y="346329"/>
                </a:lnTo>
                <a:lnTo>
                  <a:pt x="1282344" y="353428"/>
                </a:lnTo>
                <a:lnTo>
                  <a:pt x="1282369" y="426770"/>
                </a:lnTo>
                <a:lnTo>
                  <a:pt x="1282065" y="443293"/>
                </a:lnTo>
                <a:lnTo>
                  <a:pt x="1283106" y="450735"/>
                </a:lnTo>
                <a:lnTo>
                  <a:pt x="1286179" y="456196"/>
                </a:lnTo>
                <a:lnTo>
                  <a:pt x="1292656" y="455041"/>
                </a:lnTo>
                <a:lnTo>
                  <a:pt x="1300543" y="448716"/>
                </a:lnTo>
                <a:lnTo>
                  <a:pt x="1308608" y="440639"/>
                </a:lnTo>
                <a:lnTo>
                  <a:pt x="1315669" y="434200"/>
                </a:lnTo>
                <a:lnTo>
                  <a:pt x="1321562" y="436410"/>
                </a:lnTo>
                <a:lnTo>
                  <a:pt x="1329296" y="441312"/>
                </a:lnTo>
                <a:lnTo>
                  <a:pt x="1335951" y="444246"/>
                </a:lnTo>
                <a:lnTo>
                  <a:pt x="1376057" y="455358"/>
                </a:lnTo>
                <a:lnTo>
                  <a:pt x="1419301" y="455256"/>
                </a:lnTo>
                <a:lnTo>
                  <a:pt x="1459522" y="442125"/>
                </a:lnTo>
                <a:lnTo>
                  <a:pt x="1490611" y="414121"/>
                </a:lnTo>
                <a:lnTo>
                  <a:pt x="1500860" y="393509"/>
                </a:lnTo>
                <a:lnTo>
                  <a:pt x="1507070" y="368503"/>
                </a:lnTo>
                <a:lnTo>
                  <a:pt x="1508036" y="341896"/>
                </a:lnTo>
                <a:close/>
              </a:path>
              <a:path w="2215515" h="457200">
                <a:moveTo>
                  <a:pt x="1859203" y="286880"/>
                </a:moveTo>
                <a:lnTo>
                  <a:pt x="1851228" y="236397"/>
                </a:lnTo>
                <a:lnTo>
                  <a:pt x="1829015" y="192049"/>
                </a:lnTo>
                <a:lnTo>
                  <a:pt x="1795195" y="156768"/>
                </a:lnTo>
                <a:lnTo>
                  <a:pt x="1787321" y="152488"/>
                </a:lnTo>
                <a:lnTo>
                  <a:pt x="1787321" y="269151"/>
                </a:lnTo>
                <a:lnTo>
                  <a:pt x="1787207" y="291312"/>
                </a:lnTo>
                <a:lnTo>
                  <a:pt x="1787093" y="312407"/>
                </a:lnTo>
                <a:lnTo>
                  <a:pt x="1787042" y="322605"/>
                </a:lnTo>
                <a:lnTo>
                  <a:pt x="1778546" y="373507"/>
                </a:lnTo>
                <a:lnTo>
                  <a:pt x="1757857" y="414134"/>
                </a:lnTo>
                <a:lnTo>
                  <a:pt x="1720989" y="436740"/>
                </a:lnTo>
                <a:lnTo>
                  <a:pt x="1696339" y="439216"/>
                </a:lnTo>
                <a:lnTo>
                  <a:pt x="1673910" y="434708"/>
                </a:lnTo>
                <a:lnTo>
                  <a:pt x="1638249" y="406234"/>
                </a:lnTo>
                <a:lnTo>
                  <a:pt x="1621078" y="362915"/>
                </a:lnTo>
                <a:lnTo>
                  <a:pt x="1614716" y="312407"/>
                </a:lnTo>
                <a:lnTo>
                  <a:pt x="1614817" y="286880"/>
                </a:lnTo>
                <a:lnTo>
                  <a:pt x="1623542" y="208076"/>
                </a:lnTo>
                <a:lnTo>
                  <a:pt x="1644345" y="167335"/>
                </a:lnTo>
                <a:lnTo>
                  <a:pt x="1681187" y="144945"/>
                </a:lnTo>
                <a:lnTo>
                  <a:pt x="1705483" y="142684"/>
                </a:lnTo>
                <a:lnTo>
                  <a:pt x="1728127" y="147091"/>
                </a:lnTo>
                <a:lnTo>
                  <a:pt x="1763750" y="175285"/>
                </a:lnTo>
                <a:lnTo>
                  <a:pt x="1781035" y="218694"/>
                </a:lnTo>
                <a:lnTo>
                  <a:pt x="1787321" y="269151"/>
                </a:lnTo>
                <a:lnTo>
                  <a:pt x="1787321" y="152488"/>
                </a:lnTo>
                <a:lnTo>
                  <a:pt x="1769325" y="142684"/>
                </a:lnTo>
                <a:lnTo>
                  <a:pt x="1752384" y="133464"/>
                </a:lnTo>
                <a:lnTo>
                  <a:pt x="1703222" y="125056"/>
                </a:lnTo>
                <a:lnTo>
                  <a:pt x="1658823" y="131013"/>
                </a:lnTo>
                <a:lnTo>
                  <a:pt x="1619999" y="147815"/>
                </a:lnTo>
                <a:lnTo>
                  <a:pt x="1587881" y="173837"/>
                </a:lnTo>
                <a:lnTo>
                  <a:pt x="1563573" y="207505"/>
                </a:lnTo>
                <a:lnTo>
                  <a:pt x="1548168" y="247192"/>
                </a:lnTo>
                <a:lnTo>
                  <a:pt x="1542796" y="291312"/>
                </a:lnTo>
                <a:lnTo>
                  <a:pt x="1548218" y="335064"/>
                </a:lnTo>
                <a:lnTo>
                  <a:pt x="1563649" y="374357"/>
                </a:lnTo>
                <a:lnTo>
                  <a:pt x="1587804" y="407695"/>
                </a:lnTo>
                <a:lnTo>
                  <a:pt x="1619402" y="433539"/>
                </a:lnTo>
                <a:lnTo>
                  <a:pt x="1657184" y="450367"/>
                </a:lnTo>
                <a:lnTo>
                  <a:pt x="1699869" y="456666"/>
                </a:lnTo>
                <a:lnTo>
                  <a:pt x="1742363" y="451180"/>
                </a:lnTo>
                <a:lnTo>
                  <a:pt x="1770265" y="439216"/>
                </a:lnTo>
                <a:lnTo>
                  <a:pt x="1780463" y="434848"/>
                </a:lnTo>
                <a:lnTo>
                  <a:pt x="1812671" y="409333"/>
                </a:lnTo>
                <a:lnTo>
                  <a:pt x="1837537" y="376339"/>
                </a:lnTo>
                <a:lnTo>
                  <a:pt x="1853501" y="337629"/>
                </a:lnTo>
                <a:lnTo>
                  <a:pt x="1859203" y="294652"/>
                </a:lnTo>
                <a:lnTo>
                  <a:pt x="1859203" y="286880"/>
                </a:lnTo>
                <a:close/>
              </a:path>
              <a:path w="2215515" h="457200">
                <a:moveTo>
                  <a:pt x="2215070" y="443395"/>
                </a:moveTo>
                <a:lnTo>
                  <a:pt x="2210981" y="437515"/>
                </a:lnTo>
                <a:lnTo>
                  <a:pt x="2201799" y="435533"/>
                </a:lnTo>
                <a:lnTo>
                  <a:pt x="2190902" y="433882"/>
                </a:lnTo>
                <a:lnTo>
                  <a:pt x="2181682" y="429018"/>
                </a:lnTo>
                <a:lnTo>
                  <a:pt x="2178151" y="420674"/>
                </a:lnTo>
                <a:lnTo>
                  <a:pt x="2177072" y="408482"/>
                </a:lnTo>
                <a:lnTo>
                  <a:pt x="2177199" y="401154"/>
                </a:lnTo>
                <a:lnTo>
                  <a:pt x="2177288" y="395427"/>
                </a:lnTo>
                <a:lnTo>
                  <a:pt x="2177618" y="384492"/>
                </a:lnTo>
                <a:lnTo>
                  <a:pt x="2177631" y="222948"/>
                </a:lnTo>
                <a:lnTo>
                  <a:pt x="2177110" y="209702"/>
                </a:lnTo>
                <a:lnTo>
                  <a:pt x="2177021" y="207441"/>
                </a:lnTo>
                <a:lnTo>
                  <a:pt x="2174849" y="192951"/>
                </a:lnTo>
                <a:lnTo>
                  <a:pt x="2174773" y="192405"/>
                </a:lnTo>
                <a:lnTo>
                  <a:pt x="2169871" y="175488"/>
                </a:lnTo>
                <a:lnTo>
                  <a:pt x="2158885" y="160883"/>
                </a:lnTo>
                <a:lnTo>
                  <a:pt x="2144560" y="141846"/>
                </a:lnTo>
                <a:lnTo>
                  <a:pt x="2105444" y="126466"/>
                </a:lnTo>
                <a:lnTo>
                  <a:pt x="2061806" y="127050"/>
                </a:lnTo>
                <a:lnTo>
                  <a:pt x="2022906" y="141249"/>
                </a:lnTo>
                <a:lnTo>
                  <a:pt x="1991728" y="166420"/>
                </a:lnTo>
                <a:lnTo>
                  <a:pt x="1987994" y="169418"/>
                </a:lnTo>
                <a:lnTo>
                  <a:pt x="1982025" y="176847"/>
                </a:lnTo>
                <a:lnTo>
                  <a:pt x="1975688" y="185445"/>
                </a:lnTo>
                <a:lnTo>
                  <a:pt x="1973605" y="186588"/>
                </a:lnTo>
                <a:lnTo>
                  <a:pt x="1973478" y="147535"/>
                </a:lnTo>
                <a:lnTo>
                  <a:pt x="1973186" y="135661"/>
                </a:lnTo>
                <a:lnTo>
                  <a:pt x="1966074" y="128943"/>
                </a:lnTo>
                <a:lnTo>
                  <a:pt x="1943430" y="128460"/>
                </a:lnTo>
                <a:lnTo>
                  <a:pt x="1896440" y="130390"/>
                </a:lnTo>
                <a:lnTo>
                  <a:pt x="1887486" y="130390"/>
                </a:lnTo>
                <a:lnTo>
                  <a:pt x="1880057" y="130911"/>
                </a:lnTo>
                <a:lnTo>
                  <a:pt x="1874240" y="133896"/>
                </a:lnTo>
                <a:lnTo>
                  <a:pt x="1873300" y="141058"/>
                </a:lnTo>
                <a:lnTo>
                  <a:pt x="1876488" y="145249"/>
                </a:lnTo>
                <a:lnTo>
                  <a:pt x="1882394" y="147535"/>
                </a:lnTo>
                <a:lnTo>
                  <a:pt x="1889480" y="149199"/>
                </a:lnTo>
                <a:lnTo>
                  <a:pt x="1896249" y="151549"/>
                </a:lnTo>
                <a:lnTo>
                  <a:pt x="1906308" y="160451"/>
                </a:lnTo>
                <a:lnTo>
                  <a:pt x="1910270" y="172580"/>
                </a:lnTo>
                <a:lnTo>
                  <a:pt x="1910676" y="185445"/>
                </a:lnTo>
                <a:lnTo>
                  <a:pt x="1910575" y="193929"/>
                </a:lnTo>
                <a:lnTo>
                  <a:pt x="1910321" y="204635"/>
                </a:lnTo>
                <a:lnTo>
                  <a:pt x="1910219" y="408482"/>
                </a:lnTo>
                <a:lnTo>
                  <a:pt x="1907501" y="426707"/>
                </a:lnTo>
                <a:lnTo>
                  <a:pt x="1907451" y="427062"/>
                </a:lnTo>
                <a:lnTo>
                  <a:pt x="1899551" y="433527"/>
                </a:lnTo>
                <a:lnTo>
                  <a:pt x="1887994" y="434822"/>
                </a:lnTo>
                <a:lnTo>
                  <a:pt x="1873923" y="438607"/>
                </a:lnTo>
                <a:lnTo>
                  <a:pt x="1874100" y="438607"/>
                </a:lnTo>
                <a:lnTo>
                  <a:pt x="1873199" y="446049"/>
                </a:lnTo>
                <a:lnTo>
                  <a:pt x="1876056" y="449872"/>
                </a:lnTo>
                <a:lnTo>
                  <a:pt x="1881860" y="451243"/>
                </a:lnTo>
                <a:lnTo>
                  <a:pt x="1951761" y="451815"/>
                </a:lnTo>
                <a:lnTo>
                  <a:pt x="1986661" y="451573"/>
                </a:lnTo>
                <a:lnTo>
                  <a:pt x="2005291" y="450011"/>
                </a:lnTo>
                <a:lnTo>
                  <a:pt x="2007438" y="447421"/>
                </a:lnTo>
                <a:lnTo>
                  <a:pt x="2008530" y="443395"/>
                </a:lnTo>
                <a:lnTo>
                  <a:pt x="2008632" y="443026"/>
                </a:lnTo>
                <a:lnTo>
                  <a:pt x="2006092" y="438607"/>
                </a:lnTo>
                <a:lnTo>
                  <a:pt x="1997062" y="435927"/>
                </a:lnTo>
                <a:lnTo>
                  <a:pt x="1982673" y="432904"/>
                </a:lnTo>
                <a:lnTo>
                  <a:pt x="1975802" y="426707"/>
                </a:lnTo>
                <a:lnTo>
                  <a:pt x="1973694" y="416420"/>
                </a:lnTo>
                <a:lnTo>
                  <a:pt x="1973618" y="401154"/>
                </a:lnTo>
                <a:lnTo>
                  <a:pt x="1973491" y="384492"/>
                </a:lnTo>
                <a:lnTo>
                  <a:pt x="1973389" y="368477"/>
                </a:lnTo>
                <a:lnTo>
                  <a:pt x="1973237" y="335597"/>
                </a:lnTo>
                <a:lnTo>
                  <a:pt x="1973122" y="310921"/>
                </a:lnTo>
                <a:lnTo>
                  <a:pt x="1973465" y="254838"/>
                </a:lnTo>
                <a:lnTo>
                  <a:pt x="1984768" y="209702"/>
                </a:lnTo>
                <a:lnTo>
                  <a:pt x="2014778" y="178206"/>
                </a:lnTo>
                <a:lnTo>
                  <a:pt x="2043252" y="163144"/>
                </a:lnTo>
                <a:lnTo>
                  <a:pt x="2043112" y="163144"/>
                </a:lnTo>
                <a:lnTo>
                  <a:pt x="2055317" y="160883"/>
                </a:lnTo>
                <a:lnTo>
                  <a:pt x="2067928" y="160883"/>
                </a:lnTo>
                <a:lnTo>
                  <a:pt x="2109254" y="193929"/>
                </a:lnTo>
                <a:lnTo>
                  <a:pt x="2114334" y="245719"/>
                </a:lnTo>
                <a:lnTo>
                  <a:pt x="2114588" y="310921"/>
                </a:lnTo>
                <a:lnTo>
                  <a:pt x="2114600" y="390245"/>
                </a:lnTo>
                <a:lnTo>
                  <a:pt x="2113965" y="416420"/>
                </a:lnTo>
                <a:lnTo>
                  <a:pt x="2092452" y="435787"/>
                </a:lnTo>
                <a:lnTo>
                  <a:pt x="2086940" y="436841"/>
                </a:lnTo>
                <a:lnTo>
                  <a:pt x="2083689" y="439940"/>
                </a:lnTo>
                <a:lnTo>
                  <a:pt x="2083142" y="446049"/>
                </a:lnTo>
                <a:lnTo>
                  <a:pt x="2083041" y="447154"/>
                </a:lnTo>
                <a:lnTo>
                  <a:pt x="2089683" y="453186"/>
                </a:lnTo>
                <a:lnTo>
                  <a:pt x="2092439" y="451243"/>
                </a:lnTo>
                <a:lnTo>
                  <a:pt x="2169782" y="451243"/>
                </a:lnTo>
                <a:lnTo>
                  <a:pt x="2191143" y="451815"/>
                </a:lnTo>
                <a:lnTo>
                  <a:pt x="2201519" y="451815"/>
                </a:lnTo>
                <a:lnTo>
                  <a:pt x="2204047" y="451243"/>
                </a:lnTo>
                <a:lnTo>
                  <a:pt x="2211540" y="449516"/>
                </a:lnTo>
                <a:lnTo>
                  <a:pt x="2215070" y="4433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1A68C27F-99E4-4715-9016-A547417AD83A}"/>
              </a:ext>
            </a:extLst>
          </p:cNvPr>
          <p:cNvSpPr/>
          <p:nvPr/>
        </p:nvSpPr>
        <p:spPr>
          <a:xfrm>
            <a:off x="9266736" y="565849"/>
            <a:ext cx="666736" cy="672741"/>
          </a:xfrm>
          <a:custGeom>
            <a:avLst/>
            <a:gdLst/>
            <a:ahLst/>
            <a:cxnLst/>
            <a:rect l="l" t="t" r="r" b="b"/>
            <a:pathLst>
              <a:path w="899160" h="984885">
                <a:moveTo>
                  <a:pt x="497247" y="0"/>
                </a:moveTo>
                <a:lnTo>
                  <a:pt x="443372" y="0"/>
                </a:lnTo>
                <a:lnTo>
                  <a:pt x="396629" y="5157"/>
                </a:lnTo>
                <a:lnTo>
                  <a:pt x="351132" y="14765"/>
                </a:lnTo>
                <a:lnTo>
                  <a:pt x="307474" y="28769"/>
                </a:lnTo>
                <a:lnTo>
                  <a:pt x="265688" y="47178"/>
                </a:lnTo>
                <a:lnTo>
                  <a:pt x="225806" y="70001"/>
                </a:lnTo>
                <a:lnTo>
                  <a:pt x="187861" y="97244"/>
                </a:lnTo>
                <a:lnTo>
                  <a:pt x="148800" y="132494"/>
                </a:lnTo>
                <a:lnTo>
                  <a:pt x="109952" y="175931"/>
                </a:lnTo>
                <a:lnTo>
                  <a:pt x="83529" y="213303"/>
                </a:lnTo>
                <a:lnTo>
                  <a:pt x="56530" y="259897"/>
                </a:lnTo>
                <a:lnTo>
                  <a:pt x="37739" y="300183"/>
                </a:lnTo>
                <a:lnTo>
                  <a:pt x="18990" y="356792"/>
                </a:lnTo>
                <a:lnTo>
                  <a:pt x="7108" y="416043"/>
                </a:lnTo>
                <a:lnTo>
                  <a:pt x="1652" y="461919"/>
                </a:lnTo>
                <a:lnTo>
                  <a:pt x="0" y="509806"/>
                </a:lnTo>
                <a:lnTo>
                  <a:pt x="2145" y="558325"/>
                </a:lnTo>
                <a:lnTo>
                  <a:pt x="2171" y="558924"/>
                </a:lnTo>
                <a:lnTo>
                  <a:pt x="8186" y="608492"/>
                </a:lnTo>
                <a:lnTo>
                  <a:pt x="17942" y="657132"/>
                </a:lnTo>
                <a:lnTo>
                  <a:pt x="31819" y="705856"/>
                </a:lnTo>
                <a:lnTo>
                  <a:pt x="49475" y="752093"/>
                </a:lnTo>
                <a:lnTo>
                  <a:pt x="71049" y="795659"/>
                </a:lnTo>
                <a:lnTo>
                  <a:pt x="96561" y="835773"/>
                </a:lnTo>
                <a:lnTo>
                  <a:pt x="126029" y="871656"/>
                </a:lnTo>
                <a:lnTo>
                  <a:pt x="136192" y="880763"/>
                </a:lnTo>
                <a:lnTo>
                  <a:pt x="146123" y="892090"/>
                </a:lnTo>
                <a:lnTo>
                  <a:pt x="150526" y="895400"/>
                </a:lnTo>
                <a:lnTo>
                  <a:pt x="156198" y="900288"/>
                </a:lnTo>
                <a:lnTo>
                  <a:pt x="176706" y="916355"/>
                </a:lnTo>
                <a:lnTo>
                  <a:pt x="222993" y="944123"/>
                </a:lnTo>
                <a:lnTo>
                  <a:pt x="295500" y="971909"/>
                </a:lnTo>
                <a:lnTo>
                  <a:pt x="346519" y="981529"/>
                </a:lnTo>
                <a:lnTo>
                  <a:pt x="399519" y="984489"/>
                </a:lnTo>
                <a:lnTo>
                  <a:pt x="452683" y="980528"/>
                </a:lnTo>
                <a:lnTo>
                  <a:pt x="500916" y="970889"/>
                </a:lnTo>
                <a:lnTo>
                  <a:pt x="545833" y="956731"/>
                </a:lnTo>
                <a:lnTo>
                  <a:pt x="587413" y="938851"/>
                </a:lnTo>
                <a:lnTo>
                  <a:pt x="625632" y="918048"/>
                </a:lnTo>
                <a:lnTo>
                  <a:pt x="661105" y="894671"/>
                </a:lnTo>
                <a:lnTo>
                  <a:pt x="723147" y="841893"/>
                </a:lnTo>
                <a:lnTo>
                  <a:pt x="413664" y="841893"/>
                </a:lnTo>
                <a:lnTo>
                  <a:pt x="388128" y="838009"/>
                </a:lnTo>
                <a:lnTo>
                  <a:pt x="369706" y="823338"/>
                </a:lnTo>
                <a:lnTo>
                  <a:pt x="363797" y="797379"/>
                </a:lnTo>
                <a:lnTo>
                  <a:pt x="373024" y="772213"/>
                </a:lnTo>
                <a:lnTo>
                  <a:pt x="393470" y="755579"/>
                </a:lnTo>
                <a:lnTo>
                  <a:pt x="421216" y="755215"/>
                </a:lnTo>
                <a:lnTo>
                  <a:pt x="792881" y="755215"/>
                </a:lnTo>
                <a:lnTo>
                  <a:pt x="801855" y="741222"/>
                </a:lnTo>
                <a:lnTo>
                  <a:pt x="814205" y="719163"/>
                </a:lnTo>
                <a:lnTo>
                  <a:pt x="392288" y="719163"/>
                </a:lnTo>
                <a:lnTo>
                  <a:pt x="380589" y="716970"/>
                </a:lnTo>
                <a:lnTo>
                  <a:pt x="361148" y="680664"/>
                </a:lnTo>
                <a:lnTo>
                  <a:pt x="358759" y="630268"/>
                </a:lnTo>
                <a:lnTo>
                  <a:pt x="357025" y="570631"/>
                </a:lnTo>
                <a:lnTo>
                  <a:pt x="356073" y="517753"/>
                </a:lnTo>
                <a:lnTo>
                  <a:pt x="355400" y="475690"/>
                </a:lnTo>
                <a:lnTo>
                  <a:pt x="355303" y="469520"/>
                </a:lnTo>
                <a:lnTo>
                  <a:pt x="355183" y="461919"/>
                </a:lnTo>
                <a:lnTo>
                  <a:pt x="355078" y="455781"/>
                </a:lnTo>
                <a:lnTo>
                  <a:pt x="353948" y="402445"/>
                </a:lnTo>
                <a:lnTo>
                  <a:pt x="353879" y="386880"/>
                </a:lnTo>
                <a:lnTo>
                  <a:pt x="355107" y="375946"/>
                </a:lnTo>
                <a:lnTo>
                  <a:pt x="359075" y="366631"/>
                </a:lnTo>
                <a:lnTo>
                  <a:pt x="360584" y="365068"/>
                </a:lnTo>
                <a:lnTo>
                  <a:pt x="187266" y="365068"/>
                </a:lnTo>
                <a:lnTo>
                  <a:pt x="160234" y="340053"/>
                </a:lnTo>
                <a:lnTo>
                  <a:pt x="161221" y="330316"/>
                </a:lnTo>
                <a:lnTo>
                  <a:pt x="193879" y="280225"/>
                </a:lnTo>
                <a:lnTo>
                  <a:pt x="238430" y="242191"/>
                </a:lnTo>
                <a:lnTo>
                  <a:pt x="289925" y="212570"/>
                </a:lnTo>
                <a:lnTo>
                  <a:pt x="349546" y="188980"/>
                </a:lnTo>
                <a:lnTo>
                  <a:pt x="393600" y="178913"/>
                </a:lnTo>
                <a:lnTo>
                  <a:pt x="441590" y="173923"/>
                </a:lnTo>
                <a:lnTo>
                  <a:pt x="827688" y="173923"/>
                </a:lnTo>
                <a:lnTo>
                  <a:pt x="824878" y="169875"/>
                </a:lnTo>
                <a:lnTo>
                  <a:pt x="787699" y="126692"/>
                </a:lnTo>
                <a:lnTo>
                  <a:pt x="757199" y="98590"/>
                </a:lnTo>
                <a:lnTo>
                  <a:pt x="722715" y="73962"/>
                </a:lnTo>
                <a:lnTo>
                  <a:pt x="685731" y="52642"/>
                </a:lnTo>
                <a:lnTo>
                  <a:pt x="645069" y="33953"/>
                </a:lnTo>
                <a:lnTo>
                  <a:pt x="598524" y="17952"/>
                </a:lnTo>
                <a:lnTo>
                  <a:pt x="549014" y="6319"/>
                </a:lnTo>
                <a:lnTo>
                  <a:pt x="497247" y="0"/>
                </a:lnTo>
                <a:close/>
              </a:path>
              <a:path w="899160" h="984885">
                <a:moveTo>
                  <a:pt x="792881" y="755215"/>
                </a:moveTo>
                <a:lnTo>
                  <a:pt x="421216" y="755215"/>
                </a:lnTo>
                <a:lnTo>
                  <a:pt x="435262" y="762855"/>
                </a:lnTo>
                <a:lnTo>
                  <a:pt x="447181" y="775360"/>
                </a:lnTo>
                <a:lnTo>
                  <a:pt x="454187" y="791744"/>
                </a:lnTo>
                <a:lnTo>
                  <a:pt x="453493" y="811020"/>
                </a:lnTo>
                <a:lnTo>
                  <a:pt x="438169" y="833420"/>
                </a:lnTo>
                <a:lnTo>
                  <a:pt x="413664" y="841893"/>
                </a:lnTo>
                <a:lnTo>
                  <a:pt x="723147" y="841893"/>
                </a:lnTo>
                <a:lnTo>
                  <a:pt x="724695" y="840576"/>
                </a:lnTo>
                <a:lnTo>
                  <a:pt x="729721" y="835485"/>
                </a:lnTo>
                <a:lnTo>
                  <a:pt x="733481" y="830508"/>
                </a:lnTo>
                <a:lnTo>
                  <a:pt x="738404" y="825400"/>
                </a:lnTo>
                <a:lnTo>
                  <a:pt x="755537" y="806203"/>
                </a:lnTo>
                <a:lnTo>
                  <a:pt x="772339" y="784878"/>
                </a:lnTo>
                <a:lnTo>
                  <a:pt x="787976" y="762855"/>
                </a:lnTo>
                <a:lnTo>
                  <a:pt x="792881" y="755215"/>
                </a:lnTo>
                <a:close/>
              </a:path>
              <a:path w="899160" h="984885">
                <a:moveTo>
                  <a:pt x="827688" y="173923"/>
                </a:moveTo>
                <a:lnTo>
                  <a:pt x="441590" y="173923"/>
                </a:lnTo>
                <a:lnTo>
                  <a:pt x="491302" y="174288"/>
                </a:lnTo>
                <a:lnTo>
                  <a:pt x="540521" y="180288"/>
                </a:lnTo>
                <a:lnTo>
                  <a:pt x="587158" y="192255"/>
                </a:lnTo>
                <a:lnTo>
                  <a:pt x="628633" y="210310"/>
                </a:lnTo>
                <a:lnTo>
                  <a:pt x="673880" y="241538"/>
                </a:lnTo>
                <a:lnTo>
                  <a:pt x="707335" y="275868"/>
                </a:lnTo>
                <a:lnTo>
                  <a:pt x="739600" y="341417"/>
                </a:lnTo>
                <a:lnTo>
                  <a:pt x="746621" y="380260"/>
                </a:lnTo>
                <a:lnTo>
                  <a:pt x="746631" y="421132"/>
                </a:lnTo>
                <a:lnTo>
                  <a:pt x="736021" y="470668"/>
                </a:lnTo>
                <a:lnTo>
                  <a:pt x="714257" y="514797"/>
                </a:lnTo>
                <a:lnTo>
                  <a:pt x="683263" y="552388"/>
                </a:lnTo>
                <a:lnTo>
                  <a:pt x="644844" y="582856"/>
                </a:lnTo>
                <a:lnTo>
                  <a:pt x="600806" y="605618"/>
                </a:lnTo>
                <a:lnTo>
                  <a:pt x="551586" y="620325"/>
                </a:lnTo>
                <a:lnTo>
                  <a:pt x="499725" y="628029"/>
                </a:lnTo>
                <a:lnTo>
                  <a:pt x="469783" y="629487"/>
                </a:lnTo>
                <a:lnTo>
                  <a:pt x="459981" y="630268"/>
                </a:lnTo>
                <a:lnTo>
                  <a:pt x="458563" y="657132"/>
                </a:lnTo>
                <a:lnTo>
                  <a:pt x="458517" y="657999"/>
                </a:lnTo>
                <a:lnTo>
                  <a:pt x="456192" y="680030"/>
                </a:lnTo>
                <a:lnTo>
                  <a:pt x="428457" y="711955"/>
                </a:lnTo>
                <a:lnTo>
                  <a:pt x="392288" y="719163"/>
                </a:lnTo>
                <a:lnTo>
                  <a:pt x="814205" y="719163"/>
                </a:lnTo>
                <a:lnTo>
                  <a:pt x="845193" y="657132"/>
                </a:lnTo>
                <a:lnTo>
                  <a:pt x="862877" y="611999"/>
                </a:lnTo>
                <a:lnTo>
                  <a:pt x="877441" y="565393"/>
                </a:lnTo>
                <a:lnTo>
                  <a:pt x="888536" y="517753"/>
                </a:lnTo>
                <a:lnTo>
                  <a:pt x="895814" y="469520"/>
                </a:lnTo>
                <a:lnTo>
                  <a:pt x="898927" y="421132"/>
                </a:lnTo>
                <a:lnTo>
                  <a:pt x="897737" y="380260"/>
                </a:lnTo>
                <a:lnTo>
                  <a:pt x="897612" y="375946"/>
                </a:lnTo>
                <a:lnTo>
                  <a:pt x="891265" y="325650"/>
                </a:lnTo>
                <a:lnTo>
                  <a:pt x="879800" y="279463"/>
                </a:lnTo>
                <a:lnTo>
                  <a:pt x="862763" y="234824"/>
                </a:lnTo>
                <a:lnTo>
                  <a:pt x="839828" y="192255"/>
                </a:lnTo>
                <a:lnTo>
                  <a:pt x="832103" y="180288"/>
                </a:lnTo>
                <a:lnTo>
                  <a:pt x="827688" y="173923"/>
                </a:lnTo>
                <a:close/>
              </a:path>
              <a:path w="899160" h="984885">
                <a:moveTo>
                  <a:pt x="644386" y="344564"/>
                </a:moveTo>
                <a:lnTo>
                  <a:pt x="412475" y="344564"/>
                </a:lnTo>
                <a:lnTo>
                  <a:pt x="439030" y="345274"/>
                </a:lnTo>
                <a:lnTo>
                  <a:pt x="458574" y="353674"/>
                </a:lnTo>
                <a:lnTo>
                  <a:pt x="464839" y="362800"/>
                </a:lnTo>
                <a:lnTo>
                  <a:pt x="467924" y="374137"/>
                </a:lnTo>
                <a:lnTo>
                  <a:pt x="468813" y="385660"/>
                </a:lnTo>
                <a:lnTo>
                  <a:pt x="468810" y="402445"/>
                </a:lnTo>
                <a:lnTo>
                  <a:pt x="468527" y="414038"/>
                </a:lnTo>
                <a:lnTo>
                  <a:pt x="467477" y="441779"/>
                </a:lnTo>
                <a:lnTo>
                  <a:pt x="467059" y="455781"/>
                </a:lnTo>
                <a:lnTo>
                  <a:pt x="466389" y="483185"/>
                </a:lnTo>
                <a:lnTo>
                  <a:pt x="465570" y="509806"/>
                </a:lnTo>
                <a:lnTo>
                  <a:pt x="464441" y="538540"/>
                </a:lnTo>
                <a:lnTo>
                  <a:pt x="463066" y="565393"/>
                </a:lnTo>
                <a:lnTo>
                  <a:pt x="463041" y="565873"/>
                </a:lnTo>
                <a:lnTo>
                  <a:pt x="512334" y="558325"/>
                </a:lnTo>
                <a:lnTo>
                  <a:pt x="560508" y="540979"/>
                </a:lnTo>
                <a:lnTo>
                  <a:pt x="603166" y="513533"/>
                </a:lnTo>
                <a:lnTo>
                  <a:pt x="635911" y="475690"/>
                </a:lnTo>
                <a:lnTo>
                  <a:pt x="654346" y="427150"/>
                </a:lnTo>
                <a:lnTo>
                  <a:pt x="655633" y="380260"/>
                </a:lnTo>
                <a:lnTo>
                  <a:pt x="654295" y="375946"/>
                </a:lnTo>
                <a:lnTo>
                  <a:pt x="644386" y="344564"/>
                </a:lnTo>
                <a:close/>
              </a:path>
              <a:path w="899160" h="984885">
                <a:moveTo>
                  <a:pt x="467615" y="251496"/>
                </a:moveTo>
                <a:lnTo>
                  <a:pt x="428377" y="252902"/>
                </a:lnTo>
                <a:lnTo>
                  <a:pt x="389853" y="257537"/>
                </a:lnTo>
                <a:lnTo>
                  <a:pt x="316459" y="278901"/>
                </a:lnTo>
                <a:lnTo>
                  <a:pt x="254669" y="317777"/>
                </a:lnTo>
                <a:lnTo>
                  <a:pt x="220727" y="346427"/>
                </a:lnTo>
                <a:lnTo>
                  <a:pt x="215191" y="351709"/>
                </a:lnTo>
                <a:lnTo>
                  <a:pt x="209512" y="356792"/>
                </a:lnTo>
                <a:lnTo>
                  <a:pt x="203864" y="360918"/>
                </a:lnTo>
                <a:lnTo>
                  <a:pt x="196104" y="364047"/>
                </a:lnTo>
                <a:lnTo>
                  <a:pt x="195857" y="364047"/>
                </a:lnTo>
                <a:lnTo>
                  <a:pt x="187266" y="365068"/>
                </a:lnTo>
                <a:lnTo>
                  <a:pt x="360584" y="365068"/>
                </a:lnTo>
                <a:lnTo>
                  <a:pt x="366937" y="358488"/>
                </a:lnTo>
                <a:lnTo>
                  <a:pt x="386060" y="349612"/>
                </a:lnTo>
                <a:lnTo>
                  <a:pt x="412475" y="344564"/>
                </a:lnTo>
                <a:lnTo>
                  <a:pt x="644386" y="344564"/>
                </a:lnTo>
                <a:lnTo>
                  <a:pt x="642962" y="340053"/>
                </a:lnTo>
                <a:lnTo>
                  <a:pt x="618879" y="306979"/>
                </a:lnTo>
                <a:lnTo>
                  <a:pt x="585992" y="281379"/>
                </a:lnTo>
                <a:lnTo>
                  <a:pt x="546872" y="263548"/>
                </a:lnTo>
                <a:lnTo>
                  <a:pt x="504377" y="253872"/>
                </a:lnTo>
                <a:lnTo>
                  <a:pt x="505099" y="253872"/>
                </a:lnTo>
                <a:lnTo>
                  <a:pt x="467615" y="251496"/>
                </a:lnTo>
                <a:close/>
              </a:path>
            </a:pathLst>
          </a:custGeom>
          <a:solidFill>
            <a:srgbClr val="007F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9">
            <a:extLst>
              <a:ext uri="{FF2B5EF4-FFF2-40B4-BE49-F238E27FC236}">
                <a16:creationId xmlns:a16="http://schemas.microsoft.com/office/drawing/2014/main" id="{9637EC3B-5CF6-4183-BA88-CE300180BB8B}"/>
              </a:ext>
            </a:extLst>
          </p:cNvPr>
          <p:cNvSpPr/>
          <p:nvPr/>
        </p:nvSpPr>
        <p:spPr>
          <a:xfrm>
            <a:off x="3306408" y="2244402"/>
            <a:ext cx="2237276" cy="563515"/>
          </a:xfrm>
          <a:custGeom>
            <a:avLst/>
            <a:gdLst/>
            <a:ahLst/>
            <a:cxnLst/>
            <a:rect l="l" t="t" r="r" b="b"/>
            <a:pathLst>
              <a:path w="2649854" h="739139">
                <a:moveTo>
                  <a:pt x="761263" y="514070"/>
                </a:moveTo>
                <a:lnTo>
                  <a:pt x="755865" y="462953"/>
                </a:lnTo>
                <a:lnTo>
                  <a:pt x="739165" y="417131"/>
                </a:lnTo>
                <a:lnTo>
                  <a:pt x="737895" y="414782"/>
                </a:lnTo>
                <a:lnTo>
                  <a:pt x="736600" y="412369"/>
                </a:lnTo>
                <a:lnTo>
                  <a:pt x="734987" y="410311"/>
                </a:lnTo>
                <a:lnTo>
                  <a:pt x="732548" y="405777"/>
                </a:lnTo>
                <a:lnTo>
                  <a:pt x="727633" y="397611"/>
                </a:lnTo>
                <a:lnTo>
                  <a:pt x="690448" y="354863"/>
                </a:lnTo>
                <a:lnTo>
                  <a:pt x="659079" y="331038"/>
                </a:lnTo>
                <a:lnTo>
                  <a:pt x="651751" y="325005"/>
                </a:lnTo>
                <a:lnTo>
                  <a:pt x="680618" y="297675"/>
                </a:lnTo>
                <a:lnTo>
                  <a:pt x="701929" y="263982"/>
                </a:lnTo>
                <a:lnTo>
                  <a:pt x="706132" y="254749"/>
                </a:lnTo>
                <a:lnTo>
                  <a:pt x="717943" y="211645"/>
                </a:lnTo>
                <a:lnTo>
                  <a:pt x="718273" y="177253"/>
                </a:lnTo>
                <a:lnTo>
                  <a:pt x="716445" y="167055"/>
                </a:lnTo>
                <a:lnTo>
                  <a:pt x="712508" y="145059"/>
                </a:lnTo>
                <a:lnTo>
                  <a:pt x="709891" y="138328"/>
                </a:lnTo>
                <a:lnTo>
                  <a:pt x="700773" y="114833"/>
                </a:lnTo>
                <a:lnTo>
                  <a:pt x="683336" y="86944"/>
                </a:lnTo>
                <a:lnTo>
                  <a:pt x="667931" y="71323"/>
                </a:lnTo>
                <a:lnTo>
                  <a:pt x="651764" y="54914"/>
                </a:lnTo>
                <a:lnTo>
                  <a:pt x="612914" y="30975"/>
                </a:lnTo>
                <a:lnTo>
                  <a:pt x="592226" y="23914"/>
                </a:lnTo>
                <a:lnTo>
                  <a:pt x="592226" y="495401"/>
                </a:lnTo>
                <a:lnTo>
                  <a:pt x="585177" y="525894"/>
                </a:lnTo>
                <a:lnTo>
                  <a:pt x="573595" y="544449"/>
                </a:lnTo>
                <a:lnTo>
                  <a:pt x="556552" y="559308"/>
                </a:lnTo>
                <a:lnTo>
                  <a:pt x="535038" y="569188"/>
                </a:lnTo>
                <a:lnTo>
                  <a:pt x="509993" y="572770"/>
                </a:lnTo>
                <a:lnTo>
                  <a:pt x="396875" y="572770"/>
                </a:lnTo>
                <a:lnTo>
                  <a:pt x="396875" y="414782"/>
                </a:lnTo>
                <a:lnTo>
                  <a:pt x="515366" y="414782"/>
                </a:lnTo>
                <a:lnTo>
                  <a:pt x="571982" y="441134"/>
                </a:lnTo>
                <a:lnTo>
                  <a:pt x="592226" y="495401"/>
                </a:lnTo>
                <a:lnTo>
                  <a:pt x="592226" y="23914"/>
                </a:lnTo>
                <a:lnTo>
                  <a:pt x="569061" y="16002"/>
                </a:lnTo>
                <a:lnTo>
                  <a:pt x="542290" y="13030"/>
                </a:lnTo>
                <a:lnTo>
                  <a:pt x="542290" y="215519"/>
                </a:lnTo>
                <a:lnTo>
                  <a:pt x="538467" y="234492"/>
                </a:lnTo>
                <a:lnTo>
                  <a:pt x="538391" y="234886"/>
                </a:lnTo>
                <a:lnTo>
                  <a:pt x="527685" y="250240"/>
                </a:lnTo>
                <a:lnTo>
                  <a:pt x="511733" y="260350"/>
                </a:lnTo>
                <a:lnTo>
                  <a:pt x="492036" y="263982"/>
                </a:lnTo>
                <a:lnTo>
                  <a:pt x="396900" y="263982"/>
                </a:lnTo>
                <a:lnTo>
                  <a:pt x="396900" y="167055"/>
                </a:lnTo>
                <a:lnTo>
                  <a:pt x="490245" y="167055"/>
                </a:lnTo>
                <a:lnTo>
                  <a:pt x="510908" y="170561"/>
                </a:lnTo>
                <a:lnTo>
                  <a:pt x="527405" y="180454"/>
                </a:lnTo>
                <a:lnTo>
                  <a:pt x="538340" y="195757"/>
                </a:lnTo>
                <a:lnTo>
                  <a:pt x="542290" y="215519"/>
                </a:lnTo>
                <a:lnTo>
                  <a:pt x="542290" y="13030"/>
                </a:lnTo>
                <a:lnTo>
                  <a:pt x="522490" y="10820"/>
                </a:lnTo>
                <a:lnTo>
                  <a:pt x="289102" y="10820"/>
                </a:lnTo>
                <a:lnTo>
                  <a:pt x="261112" y="20599"/>
                </a:lnTo>
                <a:lnTo>
                  <a:pt x="238760" y="41935"/>
                </a:lnTo>
                <a:lnTo>
                  <a:pt x="216535" y="62839"/>
                </a:lnTo>
                <a:lnTo>
                  <a:pt x="188963" y="71323"/>
                </a:lnTo>
                <a:lnTo>
                  <a:pt x="180187" y="70446"/>
                </a:lnTo>
                <a:lnTo>
                  <a:pt x="172669" y="68707"/>
                </a:lnTo>
                <a:lnTo>
                  <a:pt x="165874" y="65862"/>
                </a:lnTo>
                <a:lnTo>
                  <a:pt x="159283" y="61645"/>
                </a:lnTo>
                <a:lnTo>
                  <a:pt x="146659" y="49466"/>
                </a:lnTo>
                <a:lnTo>
                  <a:pt x="131432" y="34417"/>
                </a:lnTo>
                <a:lnTo>
                  <a:pt x="110959" y="21615"/>
                </a:lnTo>
                <a:lnTo>
                  <a:pt x="82880" y="16256"/>
                </a:lnTo>
                <a:lnTo>
                  <a:pt x="82740" y="16256"/>
                </a:lnTo>
                <a:lnTo>
                  <a:pt x="42964" y="25793"/>
                </a:lnTo>
                <a:lnTo>
                  <a:pt x="14655" y="50431"/>
                </a:lnTo>
                <a:lnTo>
                  <a:pt x="0" y="84277"/>
                </a:lnTo>
                <a:lnTo>
                  <a:pt x="1168" y="121399"/>
                </a:lnTo>
                <a:lnTo>
                  <a:pt x="20307" y="155879"/>
                </a:lnTo>
                <a:lnTo>
                  <a:pt x="52425" y="177253"/>
                </a:lnTo>
                <a:lnTo>
                  <a:pt x="89916" y="181419"/>
                </a:lnTo>
                <a:lnTo>
                  <a:pt x="117424" y="174688"/>
                </a:lnTo>
                <a:lnTo>
                  <a:pt x="155448" y="145059"/>
                </a:lnTo>
                <a:lnTo>
                  <a:pt x="183261" y="138328"/>
                </a:lnTo>
                <a:lnTo>
                  <a:pt x="219100" y="163156"/>
                </a:lnTo>
                <a:lnTo>
                  <a:pt x="222707" y="177406"/>
                </a:lnTo>
                <a:lnTo>
                  <a:pt x="222796" y="177761"/>
                </a:lnTo>
                <a:lnTo>
                  <a:pt x="223227" y="195757"/>
                </a:lnTo>
                <a:lnTo>
                  <a:pt x="223164" y="218744"/>
                </a:lnTo>
                <a:lnTo>
                  <a:pt x="223050" y="226745"/>
                </a:lnTo>
                <a:lnTo>
                  <a:pt x="222948" y="234492"/>
                </a:lnTo>
                <a:lnTo>
                  <a:pt x="222910" y="237223"/>
                </a:lnTo>
                <a:lnTo>
                  <a:pt x="222796" y="250240"/>
                </a:lnTo>
                <a:lnTo>
                  <a:pt x="222681" y="694956"/>
                </a:lnTo>
                <a:lnTo>
                  <a:pt x="222389" y="704557"/>
                </a:lnTo>
                <a:lnTo>
                  <a:pt x="222351" y="705827"/>
                </a:lnTo>
                <a:lnTo>
                  <a:pt x="222224" y="713320"/>
                </a:lnTo>
                <a:lnTo>
                  <a:pt x="222148" y="717372"/>
                </a:lnTo>
                <a:lnTo>
                  <a:pt x="223494" y="725131"/>
                </a:lnTo>
                <a:lnTo>
                  <a:pt x="223596" y="725728"/>
                </a:lnTo>
                <a:lnTo>
                  <a:pt x="228117" y="728941"/>
                </a:lnTo>
                <a:lnTo>
                  <a:pt x="522528" y="728941"/>
                </a:lnTo>
                <a:lnTo>
                  <a:pt x="549325" y="728002"/>
                </a:lnTo>
                <a:lnTo>
                  <a:pt x="597001" y="720255"/>
                </a:lnTo>
                <a:lnTo>
                  <a:pt x="638187" y="704557"/>
                </a:lnTo>
                <a:lnTo>
                  <a:pt x="671842" y="684136"/>
                </a:lnTo>
                <a:lnTo>
                  <a:pt x="702462" y="658228"/>
                </a:lnTo>
                <a:lnTo>
                  <a:pt x="726732" y="626567"/>
                </a:lnTo>
                <a:lnTo>
                  <a:pt x="751967" y="572770"/>
                </a:lnTo>
                <a:lnTo>
                  <a:pt x="755129" y="564857"/>
                </a:lnTo>
                <a:lnTo>
                  <a:pt x="761263" y="514070"/>
                </a:lnTo>
                <a:close/>
              </a:path>
              <a:path w="2649854" h="739139">
                <a:moveTo>
                  <a:pt x="1335671" y="11328"/>
                </a:moveTo>
                <a:lnTo>
                  <a:pt x="770191" y="11328"/>
                </a:lnTo>
                <a:lnTo>
                  <a:pt x="770191" y="161188"/>
                </a:lnTo>
                <a:lnTo>
                  <a:pt x="770204" y="166268"/>
                </a:lnTo>
                <a:lnTo>
                  <a:pt x="771359" y="166268"/>
                </a:lnTo>
                <a:lnTo>
                  <a:pt x="771359" y="167538"/>
                </a:lnTo>
                <a:lnTo>
                  <a:pt x="965885" y="167538"/>
                </a:lnTo>
                <a:lnTo>
                  <a:pt x="965885" y="727608"/>
                </a:lnTo>
                <a:lnTo>
                  <a:pt x="966482" y="727608"/>
                </a:lnTo>
                <a:lnTo>
                  <a:pt x="966482" y="728878"/>
                </a:lnTo>
                <a:lnTo>
                  <a:pt x="1141793" y="728878"/>
                </a:lnTo>
                <a:lnTo>
                  <a:pt x="1141793" y="727608"/>
                </a:lnTo>
                <a:lnTo>
                  <a:pt x="1141793" y="167538"/>
                </a:lnTo>
                <a:lnTo>
                  <a:pt x="1334528" y="167538"/>
                </a:lnTo>
                <a:lnTo>
                  <a:pt x="1334528" y="166268"/>
                </a:lnTo>
                <a:lnTo>
                  <a:pt x="1335671" y="166268"/>
                </a:lnTo>
                <a:lnTo>
                  <a:pt x="1335671" y="161188"/>
                </a:lnTo>
                <a:lnTo>
                  <a:pt x="1335671" y="11328"/>
                </a:lnTo>
                <a:close/>
              </a:path>
              <a:path w="2649854" h="739139">
                <a:moveTo>
                  <a:pt x="1919109" y="572757"/>
                </a:moveTo>
                <a:lnTo>
                  <a:pt x="1594167" y="572757"/>
                </a:lnTo>
                <a:lnTo>
                  <a:pt x="1594167" y="438124"/>
                </a:lnTo>
                <a:lnTo>
                  <a:pt x="1865249" y="438124"/>
                </a:lnTo>
                <a:lnTo>
                  <a:pt x="1865249" y="284975"/>
                </a:lnTo>
                <a:lnTo>
                  <a:pt x="1864004" y="283743"/>
                </a:lnTo>
                <a:lnTo>
                  <a:pt x="1594167" y="283743"/>
                </a:lnTo>
                <a:lnTo>
                  <a:pt x="1594167" y="167043"/>
                </a:lnTo>
                <a:lnTo>
                  <a:pt x="1897557" y="167043"/>
                </a:lnTo>
                <a:lnTo>
                  <a:pt x="1902066" y="164134"/>
                </a:lnTo>
                <a:lnTo>
                  <a:pt x="1903501" y="156438"/>
                </a:lnTo>
                <a:lnTo>
                  <a:pt x="1902929" y="132943"/>
                </a:lnTo>
                <a:lnTo>
                  <a:pt x="1902929" y="14465"/>
                </a:lnTo>
                <a:lnTo>
                  <a:pt x="1897164" y="11506"/>
                </a:lnTo>
                <a:lnTo>
                  <a:pt x="1890661" y="10541"/>
                </a:lnTo>
                <a:lnTo>
                  <a:pt x="1874202" y="10871"/>
                </a:lnTo>
                <a:lnTo>
                  <a:pt x="1418234" y="10871"/>
                </a:lnTo>
                <a:lnTo>
                  <a:pt x="1418259" y="728929"/>
                </a:lnTo>
                <a:lnTo>
                  <a:pt x="1917877" y="728929"/>
                </a:lnTo>
                <a:lnTo>
                  <a:pt x="1919109" y="727697"/>
                </a:lnTo>
                <a:lnTo>
                  <a:pt x="1919109" y="572757"/>
                </a:lnTo>
                <a:close/>
              </a:path>
              <a:path w="2649854" h="739139">
                <a:moveTo>
                  <a:pt x="2649804" y="565518"/>
                </a:moveTo>
                <a:lnTo>
                  <a:pt x="2636951" y="558203"/>
                </a:lnTo>
                <a:lnTo>
                  <a:pt x="2614803" y="543521"/>
                </a:lnTo>
                <a:lnTo>
                  <a:pt x="2563418" y="508203"/>
                </a:lnTo>
                <a:lnTo>
                  <a:pt x="2543098" y="494055"/>
                </a:lnTo>
                <a:lnTo>
                  <a:pt x="2523528" y="480733"/>
                </a:lnTo>
                <a:lnTo>
                  <a:pt x="2509761" y="472173"/>
                </a:lnTo>
                <a:lnTo>
                  <a:pt x="2501138" y="490181"/>
                </a:lnTo>
                <a:lnTo>
                  <a:pt x="2485567" y="510146"/>
                </a:lnTo>
                <a:lnTo>
                  <a:pt x="2467432" y="528764"/>
                </a:lnTo>
                <a:lnTo>
                  <a:pt x="2451049" y="542721"/>
                </a:lnTo>
                <a:lnTo>
                  <a:pt x="2408351" y="566470"/>
                </a:lnTo>
                <a:lnTo>
                  <a:pt x="2362200" y="577634"/>
                </a:lnTo>
                <a:lnTo>
                  <a:pt x="2315057" y="576351"/>
                </a:lnTo>
                <a:lnTo>
                  <a:pt x="2269388" y="562787"/>
                </a:lnTo>
                <a:lnTo>
                  <a:pt x="2227656" y="537070"/>
                </a:lnTo>
                <a:lnTo>
                  <a:pt x="2176564" y="475589"/>
                </a:lnTo>
                <a:lnTo>
                  <a:pt x="2159254" y="431050"/>
                </a:lnTo>
                <a:lnTo>
                  <a:pt x="2151608" y="382612"/>
                </a:lnTo>
                <a:lnTo>
                  <a:pt x="2153958" y="333514"/>
                </a:lnTo>
                <a:lnTo>
                  <a:pt x="2166620" y="286981"/>
                </a:lnTo>
                <a:lnTo>
                  <a:pt x="2189696" y="243382"/>
                </a:lnTo>
                <a:lnTo>
                  <a:pt x="2219795" y="208203"/>
                </a:lnTo>
                <a:lnTo>
                  <a:pt x="2257831" y="182295"/>
                </a:lnTo>
                <a:lnTo>
                  <a:pt x="2309063" y="163601"/>
                </a:lnTo>
                <a:lnTo>
                  <a:pt x="2341003" y="159804"/>
                </a:lnTo>
                <a:lnTo>
                  <a:pt x="2394826" y="168008"/>
                </a:lnTo>
                <a:lnTo>
                  <a:pt x="2441308" y="189763"/>
                </a:lnTo>
                <a:lnTo>
                  <a:pt x="2478481" y="220764"/>
                </a:lnTo>
                <a:lnTo>
                  <a:pt x="2504363" y="256730"/>
                </a:lnTo>
                <a:lnTo>
                  <a:pt x="2511094" y="254939"/>
                </a:lnTo>
                <a:lnTo>
                  <a:pt x="2516098" y="249491"/>
                </a:lnTo>
                <a:lnTo>
                  <a:pt x="2521940" y="245579"/>
                </a:lnTo>
                <a:lnTo>
                  <a:pt x="2642590" y="161569"/>
                </a:lnTo>
                <a:lnTo>
                  <a:pt x="2609253" y="116865"/>
                </a:lnTo>
                <a:lnTo>
                  <a:pt x="2562860" y="74358"/>
                </a:lnTo>
                <a:lnTo>
                  <a:pt x="2528646" y="51257"/>
                </a:lnTo>
                <a:lnTo>
                  <a:pt x="2492057" y="32042"/>
                </a:lnTo>
                <a:lnTo>
                  <a:pt x="2450033" y="16154"/>
                </a:lnTo>
                <a:lnTo>
                  <a:pt x="2375560" y="1371"/>
                </a:lnTo>
                <a:lnTo>
                  <a:pt x="2328430" y="0"/>
                </a:lnTo>
                <a:lnTo>
                  <a:pt x="2289708" y="3098"/>
                </a:lnTo>
                <a:lnTo>
                  <a:pt x="2251138" y="11188"/>
                </a:lnTo>
                <a:lnTo>
                  <a:pt x="2186025" y="35293"/>
                </a:lnTo>
                <a:lnTo>
                  <a:pt x="2143785" y="59156"/>
                </a:lnTo>
                <a:lnTo>
                  <a:pt x="2104478" y="88392"/>
                </a:lnTo>
                <a:lnTo>
                  <a:pt x="2097836" y="95529"/>
                </a:lnTo>
                <a:lnTo>
                  <a:pt x="2088095" y="104127"/>
                </a:lnTo>
                <a:lnTo>
                  <a:pt x="2086521" y="103593"/>
                </a:lnTo>
                <a:lnTo>
                  <a:pt x="2081453" y="110248"/>
                </a:lnTo>
                <a:lnTo>
                  <a:pt x="2076246" y="116573"/>
                </a:lnTo>
                <a:lnTo>
                  <a:pt x="2045652" y="153504"/>
                </a:lnTo>
                <a:lnTo>
                  <a:pt x="2019769" y="195097"/>
                </a:lnTo>
                <a:lnTo>
                  <a:pt x="1996655" y="248691"/>
                </a:lnTo>
                <a:lnTo>
                  <a:pt x="1979244" y="323430"/>
                </a:lnTo>
                <a:lnTo>
                  <a:pt x="1976602" y="364464"/>
                </a:lnTo>
                <a:lnTo>
                  <a:pt x="1979599" y="415848"/>
                </a:lnTo>
                <a:lnTo>
                  <a:pt x="1988566" y="464502"/>
                </a:lnTo>
                <a:lnTo>
                  <a:pt x="2003501" y="510349"/>
                </a:lnTo>
                <a:lnTo>
                  <a:pt x="2024367" y="553351"/>
                </a:lnTo>
                <a:lnTo>
                  <a:pt x="2051164" y="593458"/>
                </a:lnTo>
                <a:lnTo>
                  <a:pt x="2083866" y="630593"/>
                </a:lnTo>
                <a:lnTo>
                  <a:pt x="2117839" y="661428"/>
                </a:lnTo>
                <a:lnTo>
                  <a:pt x="2171611" y="697636"/>
                </a:lnTo>
                <a:lnTo>
                  <a:pt x="2214397" y="716991"/>
                </a:lnTo>
                <a:lnTo>
                  <a:pt x="2259533" y="730326"/>
                </a:lnTo>
                <a:lnTo>
                  <a:pt x="2306155" y="737692"/>
                </a:lnTo>
                <a:lnTo>
                  <a:pt x="2353399" y="739101"/>
                </a:lnTo>
                <a:lnTo>
                  <a:pt x="2400439" y="734606"/>
                </a:lnTo>
                <a:lnTo>
                  <a:pt x="2446401" y="724255"/>
                </a:lnTo>
                <a:lnTo>
                  <a:pt x="2490432" y="708088"/>
                </a:lnTo>
                <a:lnTo>
                  <a:pt x="2531668" y="686142"/>
                </a:lnTo>
                <a:lnTo>
                  <a:pt x="2571496" y="657834"/>
                </a:lnTo>
                <a:lnTo>
                  <a:pt x="2588044" y="642454"/>
                </a:lnTo>
                <a:lnTo>
                  <a:pt x="2592273" y="640118"/>
                </a:lnTo>
                <a:lnTo>
                  <a:pt x="2598216" y="634199"/>
                </a:lnTo>
                <a:lnTo>
                  <a:pt x="2610764" y="620674"/>
                </a:lnTo>
                <a:lnTo>
                  <a:pt x="2627719" y="600595"/>
                </a:lnTo>
                <a:lnTo>
                  <a:pt x="2642832" y="580136"/>
                </a:lnTo>
                <a:lnTo>
                  <a:pt x="2649804" y="565518"/>
                </a:lnTo>
                <a:close/>
              </a:path>
            </a:pathLst>
          </a:custGeom>
          <a:solidFill>
            <a:srgbClr val="F371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4" name="object 32">
            <a:extLst>
              <a:ext uri="{FF2B5EF4-FFF2-40B4-BE49-F238E27FC236}">
                <a16:creationId xmlns:a16="http://schemas.microsoft.com/office/drawing/2014/main" id="{6EE1952B-B08F-4F86-A8E2-C73B0647AF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649" y="3429000"/>
            <a:ext cx="5527676" cy="2674234"/>
          </a:xfrm>
          <a:prstGeom prst="rect">
            <a:avLst/>
          </a:prstGeom>
        </p:spPr>
      </p:pic>
      <p:pic>
        <p:nvPicPr>
          <p:cNvPr id="1026" name="Picture 2" descr="Britaniya bayrog'i. bayrog'i tarixi va ma'nosi">
            <a:extLst>
              <a:ext uri="{FF2B5EF4-FFF2-40B4-BE49-F238E27FC236}">
                <a16:creationId xmlns:a16="http://schemas.microsoft.com/office/drawing/2014/main" id="{2EA964E4-4D22-4541-835B-6C8587258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9550"/>
            <a:ext cx="2003898" cy="120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PDP </a:t>
            </a:r>
            <a:r>
              <a:rPr dirty="0" err="1"/>
              <a:t>Universitetining</a:t>
            </a:r>
            <a:r>
              <a:rPr dirty="0"/>
              <a:t> </a:t>
            </a:r>
            <a:r>
              <a:rPr lang="en-US" dirty="0" err="1"/>
              <a:t>Afzalliklari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ITga</a:t>
            </a:r>
            <a:r>
              <a:rPr dirty="0"/>
              <a:t> </a:t>
            </a:r>
            <a:r>
              <a:rPr dirty="0" err="1"/>
              <a:t>ixtisoslashgan</a:t>
            </a:r>
            <a:r>
              <a:rPr dirty="0"/>
              <a:t> yagona </a:t>
            </a:r>
            <a:r>
              <a:rPr dirty="0" err="1"/>
              <a:t>universitet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Mutlaqo</a:t>
            </a:r>
            <a:r>
              <a:rPr dirty="0"/>
              <a:t> </a:t>
            </a:r>
            <a:r>
              <a:rPr dirty="0" err="1"/>
              <a:t>barcha</a:t>
            </a:r>
            <a:r>
              <a:rPr dirty="0"/>
              <a:t> </a:t>
            </a:r>
            <a:r>
              <a:rPr dirty="0" err="1"/>
              <a:t>fanlar</a:t>
            </a:r>
            <a:r>
              <a:rPr dirty="0"/>
              <a:t> </a:t>
            </a:r>
            <a:r>
              <a:rPr dirty="0" err="1"/>
              <a:t>ITga</a:t>
            </a:r>
            <a:r>
              <a:rPr dirty="0"/>
              <a:t> </a:t>
            </a:r>
            <a:r>
              <a:rPr dirty="0" err="1"/>
              <a:t>qaratilgan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Amaliyot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real </a:t>
            </a:r>
            <a:r>
              <a:rPr dirty="0" err="1"/>
              <a:t>loyihalarga</a:t>
            </a:r>
            <a:r>
              <a:rPr dirty="0"/>
              <a:t> </a:t>
            </a:r>
            <a:r>
              <a:rPr dirty="0" err="1"/>
              <a:t>asoslangan</a:t>
            </a:r>
            <a:r>
              <a:rPr dirty="0"/>
              <a:t> </a:t>
            </a:r>
            <a:r>
              <a:rPr dirty="0" err="1"/>
              <a:t>ta’lim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Amaliy</a:t>
            </a:r>
            <a:r>
              <a:rPr lang="en-US" dirty="0"/>
              <a:t> </a:t>
            </a:r>
            <a:r>
              <a:rPr lang="en-US" dirty="0" err="1"/>
              <a:t>ishlar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networking</a:t>
            </a:r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Talablar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do’stona</a:t>
            </a:r>
            <a:r>
              <a:rPr lang="en-US" dirty="0"/>
              <a:t> </a:t>
            </a:r>
            <a:r>
              <a:rPr lang="en-US" dirty="0" err="1"/>
              <a:t>suhbat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Forma, </a:t>
            </a:r>
            <a:r>
              <a:rPr lang="en-US" dirty="0" err="1"/>
              <a:t>soch</a:t>
            </a:r>
            <a:r>
              <a:rPr lang="en-US" dirty="0"/>
              <a:t>, </a:t>
            </a:r>
            <a:r>
              <a:rPr lang="en-US" dirty="0" err="1"/>
              <a:t>soqol</a:t>
            </a:r>
            <a:r>
              <a:rPr lang="en-US" dirty="0"/>
              <a:t>, </a:t>
            </a:r>
            <a:r>
              <a:rPr lang="en-US" dirty="0" err="1"/>
              <a:t>davomat</a:t>
            </a:r>
            <a:r>
              <a:rPr lang="en-US" dirty="0"/>
              <a:t> </a:t>
            </a:r>
            <a:r>
              <a:rPr lang="en-US" dirty="0" err="1"/>
              <a:t>tergash</a:t>
            </a:r>
            <a:r>
              <a:rPr lang="en-US" dirty="0"/>
              <a:t> </a:t>
            </a:r>
            <a:r>
              <a:rPr lang="en-US" dirty="0" err="1"/>
              <a:t>gaplar</a:t>
            </a:r>
            <a:r>
              <a:rPr lang="en-US" dirty="0"/>
              <a:t> </a:t>
            </a:r>
            <a:r>
              <a:rPr lang="en-US" dirty="0" err="1"/>
              <a:t>yuq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yagona </a:t>
            </a:r>
            <a:r>
              <a:rPr lang="en-US" dirty="0" err="1"/>
              <a:t>o’sib</a:t>
            </a:r>
            <a:r>
              <a:rPr lang="en-US" dirty="0"/>
              <a:t> </a:t>
            </a:r>
            <a:r>
              <a:rPr lang="en-US" dirty="0" err="1"/>
              <a:t>o’rganadigan</a:t>
            </a:r>
            <a:r>
              <a:rPr lang="en-US" dirty="0"/>
              <a:t> </a:t>
            </a:r>
            <a:r>
              <a:rPr lang="en-US" dirty="0" err="1"/>
              <a:t>dargohi</a:t>
            </a:r>
            <a:r>
              <a:rPr lang="en-US" dirty="0"/>
              <a:t>.</a:t>
            </a:r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Qo’shimchasiga</a:t>
            </a:r>
            <a:r>
              <a:rPr lang="en-US" dirty="0"/>
              <a:t> </a:t>
            </a:r>
            <a:r>
              <a:rPr lang="en-US" dirty="0" err="1"/>
              <a:t>hamkor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IT </a:t>
            </a:r>
            <a:r>
              <a:rPr lang="en-US" dirty="0" err="1"/>
              <a:t>Companyalar</a:t>
            </a:r>
            <a:r>
              <a:rPr lang="en-US" dirty="0"/>
              <a:t>…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FB431308-472D-447C-8B26-38E6191D3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Baholash tizimi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Pass = 3</a:t>
            </a:r>
          </a:p>
          <a:p>
            <a:pPr marL="0" indent="0">
              <a:buNone/>
              <a:defRPr sz="2000"/>
            </a:pPr>
            <a:r>
              <a:rPr dirty="0"/>
              <a:t>• Merit = 4</a:t>
            </a:r>
          </a:p>
          <a:p>
            <a:pPr marL="0" indent="0">
              <a:buNone/>
              <a:defRPr sz="2000"/>
            </a:pPr>
            <a:r>
              <a:rPr dirty="0"/>
              <a:t>• Distinction = 5</a:t>
            </a:r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5122" name="Picture 2" descr="GPA Calculator">
            <a:extLst>
              <a:ext uri="{FF2B5EF4-FFF2-40B4-BE49-F238E27FC236}">
                <a16:creationId xmlns:a16="http://schemas.microsoft.com/office/drawing/2014/main" id="{E2BC9A00-9236-4398-9F83-90FF95E3A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774" y="2541350"/>
            <a:ext cx="5675916" cy="317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Davomat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lnSpc>
                <a:spcPct val="150000"/>
              </a:lnSpc>
              <a:buNone/>
              <a:defRPr sz="2000"/>
            </a:pPr>
            <a:r>
              <a:rPr dirty="0"/>
              <a:t>• </a:t>
            </a:r>
            <a:r>
              <a:rPr lang="en-US" dirty="0" err="1"/>
              <a:t>Universtetda</a:t>
            </a:r>
            <a:r>
              <a:rPr lang="en-US" dirty="0"/>
              <a:t> </a:t>
            </a:r>
            <a:r>
              <a:rPr lang="en-US" dirty="0" err="1"/>
              <a:t>davomat</a:t>
            </a:r>
            <a:r>
              <a:rPr lang="en-US" dirty="0"/>
              <a:t> </a:t>
            </a:r>
            <a:r>
              <a:rPr lang="en-US" dirty="0" err="1"/>
              <a:t>majburiy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kelish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buyerda</a:t>
            </a:r>
            <a:r>
              <a:rPr lang="en-US" dirty="0"/>
              <a:t> LMS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Hemis</a:t>
            </a:r>
            <a:r>
              <a:rPr lang="en-US" dirty="0"/>
              <a:t> </a:t>
            </a:r>
            <a:r>
              <a:rPr lang="en-US" dirty="0" err="1"/>
              <a:t>dasturlardan</a:t>
            </a:r>
            <a:r>
              <a:rPr lang="en-US" dirty="0"/>
              <a:t> </a:t>
            </a:r>
            <a:r>
              <a:rPr lang="en-US" dirty="0" err="1"/>
              <a:t>foydalanib</a:t>
            </a:r>
            <a:r>
              <a:rPr lang="en-US" dirty="0"/>
              <a:t> </a:t>
            </a:r>
            <a:r>
              <a:rPr lang="en-US" dirty="0" err="1"/>
              <a:t>davomatiz</a:t>
            </a:r>
            <a:r>
              <a:rPr lang="en-US" dirty="0"/>
              <a:t>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shaklda</a:t>
            </a:r>
            <a:r>
              <a:rPr lang="en-US" dirty="0"/>
              <a:t> 25 % dan </a:t>
            </a:r>
            <a:r>
              <a:rPr lang="en-US" dirty="0" err="1"/>
              <a:t>oshsa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fanni</a:t>
            </a:r>
            <a:r>
              <a:rPr lang="en-US" dirty="0"/>
              <a:t> </a:t>
            </a:r>
            <a:r>
              <a:rPr lang="en-US" dirty="0" err="1"/>
              <a:t>to’liq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o’zlashtirmagan</a:t>
            </a:r>
            <a:r>
              <a:rPr lang="en-US" dirty="0"/>
              <a:t> </a:t>
            </a:r>
            <a:r>
              <a:rPr lang="en-US" dirty="0" err="1"/>
              <a:t>bo’lasiz</a:t>
            </a:r>
            <a:r>
              <a:rPr lang="en-US" dirty="0"/>
              <a:t>.</a:t>
            </a:r>
            <a:endParaRPr dirty="0"/>
          </a:p>
          <a:p>
            <a:pPr marL="0" indent="0">
              <a:lnSpc>
                <a:spcPct val="150000"/>
              </a:lnSpc>
              <a:buNone/>
              <a:defRPr sz="2000"/>
            </a:pPr>
            <a:r>
              <a:rPr dirty="0"/>
              <a:t>• 25% dan </a:t>
            </a:r>
            <a:r>
              <a:rPr dirty="0" err="1"/>
              <a:t>ortiq</a:t>
            </a:r>
            <a:r>
              <a:rPr dirty="0"/>
              <a:t> </a:t>
            </a:r>
            <a:r>
              <a:rPr dirty="0" err="1"/>
              <a:t>qoldirilsa</a:t>
            </a:r>
            <a:r>
              <a:rPr dirty="0"/>
              <a:t> – </a:t>
            </a:r>
            <a:r>
              <a:rPr dirty="0" err="1"/>
              <a:t>imtihonga</a:t>
            </a:r>
            <a:r>
              <a:rPr dirty="0"/>
              <a:t> </a:t>
            </a:r>
            <a:r>
              <a:rPr dirty="0" err="1"/>
              <a:t>ruxsat</a:t>
            </a:r>
            <a:r>
              <a:rPr dirty="0"/>
              <a:t> </a:t>
            </a:r>
            <a:r>
              <a:rPr dirty="0" err="1"/>
              <a:t>berilmaydi</a:t>
            </a:r>
            <a:endParaRPr dirty="0"/>
          </a:p>
          <a:p>
            <a:pPr marL="0" indent="0">
              <a:lnSpc>
                <a:spcPct val="150000"/>
              </a:lnSpc>
              <a:buNone/>
              <a:defRPr sz="2000"/>
            </a:pPr>
            <a:r>
              <a:rPr dirty="0"/>
              <a:t>• </a:t>
            </a:r>
            <a:r>
              <a:rPr dirty="0" err="1"/>
              <a:t>Mustaqillik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mas’uliyat</a:t>
            </a:r>
            <a:r>
              <a:rPr dirty="0"/>
              <a:t> </a:t>
            </a:r>
            <a:r>
              <a:rPr dirty="0" err="1"/>
              <a:t>asosiy</a:t>
            </a:r>
            <a:r>
              <a:rPr dirty="0"/>
              <a:t> </a:t>
            </a:r>
            <a:r>
              <a:rPr dirty="0" err="1"/>
              <a:t>tamoyil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yerda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o’ynaydi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Talabalar</a:t>
            </a:r>
            <a:r>
              <a:rPr lang="en-US" dirty="0"/>
              <a:t> </a:t>
            </a:r>
            <a:r>
              <a:rPr lang="en-US" dirty="0" err="1"/>
              <a:t>buyerda</a:t>
            </a:r>
            <a:r>
              <a:rPr lang="en-US" dirty="0"/>
              <a:t> </a:t>
            </a:r>
            <a:r>
              <a:rPr lang="en-US" dirty="0" err="1"/>
              <a:t>o’zlari</a:t>
            </a:r>
            <a:r>
              <a:rPr lang="en-US" dirty="0"/>
              <a:t> </a:t>
            </a:r>
            <a:r>
              <a:rPr lang="en-US" dirty="0" err="1"/>
              <a:t>to’laqonli</a:t>
            </a:r>
            <a:r>
              <a:rPr lang="en-US" dirty="0"/>
              <a:t> </a:t>
            </a:r>
            <a:r>
              <a:rPr lang="en-US" dirty="0" err="1"/>
              <a:t>mustaqil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  <a:defRPr sz="2000"/>
            </a:pPr>
            <a:endParaRPr dirty="0"/>
          </a:p>
        </p:txBody>
      </p:sp>
      <p:pic>
        <p:nvPicPr>
          <p:cNvPr id="4106" name="Picture 10" descr="MY.HEMIS.UZ - Kirish">
            <a:extLst>
              <a:ext uri="{FF2B5EF4-FFF2-40B4-BE49-F238E27FC236}">
                <a16:creationId xmlns:a16="http://schemas.microsoft.com/office/drawing/2014/main" id="{5D4A2BAA-6629-4248-A28B-F7456D478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380" y="187808"/>
            <a:ext cx="1605128" cy="160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PDP University - YouTube">
            <a:extLst>
              <a:ext uri="{FF2B5EF4-FFF2-40B4-BE49-F238E27FC236}">
                <a16:creationId xmlns:a16="http://schemas.microsoft.com/office/drawing/2014/main" id="{3B64DF92-AAFB-4521-BF63-0835F39B9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Universitet  rahbariyati</a:t>
            </a:r>
            <a:endParaRPr dirty="0"/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9426017E-F95A-4697-B333-E7D8B57F2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0064" y="28417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238F9DC-2944-4F78-A446-27E841F3627E}"/>
              </a:ext>
            </a:extLst>
          </p:cNvPr>
          <p:cNvGrpSpPr/>
          <p:nvPr/>
        </p:nvGrpSpPr>
        <p:grpSpPr>
          <a:xfrm>
            <a:off x="68197" y="2696654"/>
            <a:ext cx="2409825" cy="2969521"/>
            <a:chOff x="247650" y="1981335"/>
            <a:chExt cx="2409825" cy="296952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D60E2AE-D2FD-4106-960A-2B8762EEC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107" r="13107"/>
            <a:stretch/>
          </p:blipFill>
          <p:spPr>
            <a:xfrm>
              <a:off x="372486" y="1981335"/>
              <a:ext cx="2011680" cy="2011680"/>
            </a:xfrm>
            <a:prstGeom prst="flowChartConnector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DE265B-E0B0-4072-B3E8-D2C4CD7E9778}"/>
                </a:ext>
              </a:extLst>
            </p:cNvPr>
            <p:cNvSpPr txBox="1"/>
            <p:nvPr/>
          </p:nvSpPr>
          <p:spPr>
            <a:xfrm>
              <a:off x="247650" y="4181415"/>
              <a:ext cx="240982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  <a:defRPr sz="2000"/>
              </a:pPr>
              <a:r>
                <a:rPr lang="en-US" sz="2400" dirty="0" err="1"/>
                <a:t>Odilbek</a:t>
              </a:r>
              <a:r>
                <a:rPr lang="en-US" sz="2400" dirty="0"/>
                <a:t> </a:t>
              </a:r>
              <a:r>
                <a:rPr lang="en-US" sz="2400" dirty="0" err="1"/>
                <a:t>Mirzayev</a:t>
              </a:r>
              <a:br>
                <a:rPr lang="en-US" dirty="0"/>
              </a:b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Asoschi</a:t>
              </a:r>
              <a:endParaRPr lang="en-US" dirty="0">
                <a:solidFill>
                  <a:schemeClr val="tx2">
                    <a:lumMod val="25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365F9B-5EB8-46EE-971B-FAD5FC5553C1}"/>
              </a:ext>
            </a:extLst>
          </p:cNvPr>
          <p:cNvGrpSpPr/>
          <p:nvPr/>
        </p:nvGrpSpPr>
        <p:grpSpPr>
          <a:xfrm>
            <a:off x="2478022" y="2661254"/>
            <a:ext cx="3460116" cy="3021092"/>
            <a:chOff x="3011238" y="1929764"/>
            <a:chExt cx="3460116" cy="30210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C81407-777D-408A-B8C1-41A19F1B8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0869" y="1929764"/>
              <a:ext cx="2011680" cy="2011680"/>
            </a:xfrm>
            <a:prstGeom prst="flowChartConnector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078DD6-3577-4EC0-8DB3-6EFF6211D7B7}"/>
                </a:ext>
              </a:extLst>
            </p:cNvPr>
            <p:cNvSpPr txBox="1"/>
            <p:nvPr/>
          </p:nvSpPr>
          <p:spPr>
            <a:xfrm>
              <a:off x="3011238" y="4181415"/>
              <a:ext cx="3460116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  <a:defRPr sz="2000"/>
              </a:pPr>
              <a:r>
                <a:rPr lang="en-US" sz="2400" dirty="0" err="1"/>
                <a:t>Jiemurat</a:t>
              </a:r>
              <a:r>
                <a:rPr lang="en-US" sz="2400" dirty="0"/>
                <a:t> </a:t>
              </a:r>
              <a:r>
                <a:rPr lang="en-US" sz="2400" dirty="0" err="1"/>
                <a:t>Mambetkarimov</a:t>
              </a:r>
              <a:br>
                <a:rPr lang="en-US" dirty="0"/>
              </a:b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Rektor</a:t>
              </a:r>
              <a:endParaRPr lang="en-US" dirty="0">
                <a:solidFill>
                  <a:schemeClr val="tx2">
                    <a:lumMod val="2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041891-9628-446D-955C-98D0DB0FE4C4}"/>
              </a:ext>
            </a:extLst>
          </p:cNvPr>
          <p:cNvGrpSpPr/>
          <p:nvPr/>
        </p:nvGrpSpPr>
        <p:grpSpPr>
          <a:xfrm>
            <a:off x="6152686" y="2661254"/>
            <a:ext cx="2962909" cy="3001862"/>
            <a:chOff x="6825117" y="1929764"/>
            <a:chExt cx="2962909" cy="300186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2C9FC9-1743-4547-82C7-206305EE9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989252" y="1929764"/>
              <a:ext cx="2011680" cy="2011680"/>
            </a:xfrm>
            <a:prstGeom prst="flowChartConnector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DD2962-91C9-40AC-A716-F6BC1B77A1EA}"/>
                </a:ext>
              </a:extLst>
            </p:cNvPr>
            <p:cNvSpPr txBox="1"/>
            <p:nvPr/>
          </p:nvSpPr>
          <p:spPr>
            <a:xfrm>
              <a:off x="6825117" y="4162185"/>
              <a:ext cx="296290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  <a:defRPr sz="2000"/>
              </a:pPr>
              <a:r>
                <a:rPr lang="en-US" sz="2400" dirty="0" err="1"/>
                <a:t>Ismoiljon</a:t>
              </a:r>
              <a:r>
                <a:rPr lang="en-US" sz="2400" dirty="0"/>
                <a:t> </a:t>
              </a:r>
              <a:r>
                <a:rPr lang="en-US" sz="2400" dirty="0" err="1"/>
                <a:t>Matkosimov</a:t>
              </a:r>
              <a:br>
                <a:rPr lang="en-US" dirty="0"/>
              </a:b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Prorektor</a:t>
              </a:r>
              <a:endParaRPr lang="en-US" dirty="0">
                <a:solidFill>
                  <a:schemeClr val="tx2">
                    <a:lumMod val="25000"/>
                  </a:schemeClr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66031D-C42F-421E-8B28-8E1394E4F051}"/>
              </a:ext>
            </a:extLst>
          </p:cNvPr>
          <p:cNvGrpSpPr/>
          <p:nvPr/>
        </p:nvGrpSpPr>
        <p:grpSpPr>
          <a:xfrm>
            <a:off x="9407096" y="2661254"/>
            <a:ext cx="2409825" cy="3309639"/>
            <a:chOff x="9816671" y="1929764"/>
            <a:chExt cx="2409825" cy="330963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3F31684-BF6A-45AF-BB1B-735358B3B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0108948" y="1929764"/>
              <a:ext cx="2011680" cy="2011680"/>
            </a:xfrm>
            <a:prstGeom prst="flowChartConnector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4361E4-E570-4A1F-9298-695D8B64CD90}"/>
                </a:ext>
              </a:extLst>
            </p:cNvPr>
            <p:cNvSpPr txBox="1"/>
            <p:nvPr/>
          </p:nvSpPr>
          <p:spPr>
            <a:xfrm>
              <a:off x="9816671" y="4162185"/>
              <a:ext cx="2409825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  <a:defRPr sz="2000"/>
              </a:pPr>
              <a:r>
                <a:rPr lang="en-US" sz="2400" dirty="0"/>
                <a:t>Alisher </a:t>
              </a:r>
              <a:r>
                <a:rPr lang="en-US" sz="2400" dirty="0" err="1"/>
                <a:t>Davlatov</a:t>
              </a:r>
              <a:br>
                <a:rPr lang="en-US" dirty="0"/>
              </a:b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O’quv</a:t>
              </a:r>
              <a:r>
                <a:rPr lang="en-US" dirty="0">
                  <a:solidFill>
                    <a:schemeClr val="tx2">
                      <a:lumMod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ishlari</a:t>
              </a:r>
              <a:r>
                <a:rPr lang="en-US" dirty="0">
                  <a:solidFill>
                    <a:schemeClr val="tx2">
                      <a:lumMod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bo’yicha</a:t>
              </a:r>
              <a:r>
                <a:rPr lang="en-US" dirty="0">
                  <a:solidFill>
                    <a:schemeClr val="tx2">
                      <a:lumMod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2">
                      <a:lumMod val="25000"/>
                    </a:schemeClr>
                  </a:solidFill>
                </a:rPr>
                <a:t>prorektor</a:t>
              </a:r>
              <a:endParaRPr lang="en-US" dirty="0">
                <a:solidFill>
                  <a:schemeClr val="tx2">
                    <a:lumMod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70720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1-Kurs Fanlari: I Semestr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Information Technology Systems</a:t>
            </a:r>
          </a:p>
          <a:p>
            <a:pPr marL="0" indent="0">
              <a:buNone/>
              <a:defRPr sz="2000"/>
            </a:pPr>
            <a:r>
              <a:rPr dirty="0"/>
              <a:t>• Website Development</a:t>
            </a:r>
          </a:p>
          <a:p>
            <a:pPr marL="0" indent="0">
              <a:buNone/>
              <a:defRPr sz="2000"/>
            </a:pPr>
            <a:r>
              <a:rPr dirty="0"/>
              <a:t>• Programming (</a:t>
            </a:r>
            <a:r>
              <a:rPr dirty="0" err="1"/>
              <a:t>Ma'ruza</a:t>
            </a:r>
            <a:r>
              <a:rPr dirty="0"/>
              <a:t> &amp; </a:t>
            </a:r>
            <a:r>
              <a:rPr dirty="0" err="1"/>
              <a:t>Amaliyot</a:t>
            </a:r>
            <a:r>
              <a:rPr dirty="0"/>
              <a:t>)</a:t>
            </a:r>
          </a:p>
          <a:p>
            <a:pPr marL="0" indent="0">
              <a:buNone/>
              <a:defRPr sz="2000"/>
            </a:pPr>
            <a:r>
              <a:rPr dirty="0"/>
              <a:t>• Enterprise in IT</a:t>
            </a:r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Falsafa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Study Skills</a:t>
            </a:r>
          </a:p>
          <a:p>
            <a:pPr marL="0" indent="0">
              <a:buNone/>
              <a:defRPr sz="2000"/>
            </a:pPr>
            <a:r>
              <a:rPr dirty="0"/>
              <a:t>• English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B1DB4DBC-F554-4AE2-804D-FCBBFAE8F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1-Kurs Fanlari: II Semestr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Programming (</a:t>
            </a:r>
            <a:r>
              <a:rPr dirty="0" err="1"/>
              <a:t>chuqurlashtirilgan</a:t>
            </a:r>
            <a:r>
              <a:rPr dirty="0"/>
              <a:t>)</a:t>
            </a:r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Dinshunoslik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Study Skills</a:t>
            </a:r>
          </a:p>
          <a:p>
            <a:pPr marL="0" indent="0">
              <a:buNone/>
              <a:defRPr sz="2000"/>
            </a:pPr>
            <a:r>
              <a:rPr dirty="0"/>
              <a:t>• Artificial Intelligence</a:t>
            </a:r>
          </a:p>
          <a:p>
            <a:pPr marL="0" indent="0">
              <a:buNone/>
              <a:defRPr sz="2000"/>
            </a:pPr>
            <a:r>
              <a:rPr dirty="0"/>
              <a:t>• Big Data &amp; Business Analytics</a:t>
            </a:r>
          </a:p>
          <a:p>
            <a:pPr marL="0" indent="0">
              <a:buNone/>
              <a:defRPr sz="2000"/>
            </a:pPr>
            <a:r>
              <a:rPr dirty="0"/>
              <a:t>• Full Stack</a:t>
            </a:r>
          </a:p>
          <a:p>
            <a:pPr marL="0" indent="0">
              <a:buNone/>
              <a:defRPr sz="2000"/>
            </a:pPr>
            <a:r>
              <a:rPr dirty="0"/>
              <a:t>• Business Process Management</a:t>
            </a:r>
          </a:p>
          <a:p>
            <a:pPr marL="0" indent="0">
              <a:buNone/>
              <a:defRPr sz="2000"/>
            </a:pPr>
            <a:r>
              <a:rPr dirty="0"/>
              <a:t>• English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065FA7C5-6EA7-436F-A52A-3D3FB6A24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2-Kurs Yo‘nalishlari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Software Engineering (Python, C#, Java, Frontend)</a:t>
            </a:r>
          </a:p>
          <a:p>
            <a:pPr marL="0" indent="0">
              <a:buNone/>
              <a:defRPr sz="2000"/>
            </a:pPr>
            <a:r>
              <a:rPr dirty="0"/>
              <a:t>• Data Analytics</a:t>
            </a:r>
          </a:p>
          <a:p>
            <a:pPr marL="0" indent="0">
              <a:buNone/>
              <a:defRPr sz="2000"/>
            </a:pPr>
            <a:r>
              <a:rPr dirty="0"/>
              <a:t>• Artificial Intelligence</a:t>
            </a:r>
          </a:p>
          <a:p>
            <a:pPr marL="0" indent="0">
              <a:buNone/>
              <a:defRPr sz="2000"/>
            </a:pPr>
            <a:r>
              <a:rPr dirty="0"/>
              <a:t>• Business and Project Management</a:t>
            </a:r>
          </a:p>
        </p:txBody>
      </p:sp>
      <p:pic>
        <p:nvPicPr>
          <p:cNvPr id="6146" name="Picture 2" descr="Logging in Python: A Developer's Guide ...">
            <a:extLst>
              <a:ext uri="{FF2B5EF4-FFF2-40B4-BE49-F238E27FC236}">
                <a16:creationId xmlns:a16="http://schemas.microsoft.com/office/drawing/2014/main" id="{B4F9EF94-25EA-473F-8FE6-3BCA07330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927" y="2186778"/>
            <a:ext cx="809341" cy="80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# - JetBrains Guide">
            <a:extLst>
              <a:ext uri="{FF2B5EF4-FFF2-40B4-BE49-F238E27FC236}">
                <a16:creationId xmlns:a16="http://schemas.microsoft.com/office/drawing/2014/main" id="{76B630B2-9E86-41E3-A3F0-ED9668014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711" y="2186777"/>
            <a:ext cx="959661" cy="80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Java Development | NerdySoft">
            <a:extLst>
              <a:ext uri="{FF2B5EF4-FFF2-40B4-BE49-F238E27FC236}">
                <a16:creationId xmlns:a16="http://schemas.microsoft.com/office/drawing/2014/main" id="{DC3533E2-54E5-46D8-BA93-2B2BC5D82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816" y="2185989"/>
            <a:ext cx="959662" cy="80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Benefits of Data Analytics for Career ...">
            <a:extLst>
              <a:ext uri="{FF2B5EF4-FFF2-40B4-BE49-F238E27FC236}">
                <a16:creationId xmlns:a16="http://schemas.microsoft.com/office/drawing/2014/main" id="{738D17D7-8F3E-493A-B1C3-A01A52319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019" y="3403707"/>
            <a:ext cx="26765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Artificial Intelligence ...">
            <a:extLst>
              <a:ext uri="{FF2B5EF4-FFF2-40B4-BE49-F238E27FC236}">
                <a16:creationId xmlns:a16="http://schemas.microsoft.com/office/drawing/2014/main" id="{4704BA68-0C92-4802-9227-5FEA1CDDD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089" y="344041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Project management reporting | Project ...">
            <a:extLst>
              <a:ext uri="{FF2B5EF4-FFF2-40B4-BE49-F238E27FC236}">
                <a16:creationId xmlns:a16="http://schemas.microsoft.com/office/drawing/2014/main" id="{D4C6DC26-687C-4FC2-AC7C-C5EDBB1C4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066" y="522203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DP University - YouTube">
            <a:extLst>
              <a:ext uri="{FF2B5EF4-FFF2-40B4-BE49-F238E27FC236}">
                <a16:creationId xmlns:a16="http://schemas.microsoft.com/office/drawing/2014/main" id="{B4C1E234-6C96-4BAF-A510-1DA421BC6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PDP orqali Shaxsiy Rivojlanish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O‘yinlar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ijtimoiy</a:t>
            </a:r>
            <a:r>
              <a:rPr dirty="0"/>
              <a:t> </a:t>
            </a:r>
            <a:r>
              <a:rPr dirty="0" err="1"/>
              <a:t>hayot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Ko‘nikmalarni</a:t>
            </a:r>
            <a:r>
              <a:rPr lang="en-US" dirty="0"/>
              <a:t> </a:t>
            </a:r>
            <a:r>
              <a:rPr lang="en-US" dirty="0" err="1"/>
              <a:t>rivojlantirish</a:t>
            </a:r>
            <a:endParaRPr lang="en-US"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Do‘stlar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ustozlar</a:t>
            </a:r>
            <a:r>
              <a:rPr dirty="0"/>
              <a:t>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kuchli</a:t>
            </a:r>
            <a:r>
              <a:rPr dirty="0"/>
              <a:t> </a:t>
            </a:r>
            <a:r>
              <a:rPr dirty="0" err="1"/>
              <a:t>aloqa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Bootcamp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shogirdlik</a:t>
            </a:r>
            <a:r>
              <a:rPr dirty="0"/>
              <a:t> </a:t>
            </a:r>
            <a:r>
              <a:rPr dirty="0" err="1"/>
              <a:t>imkoniyatlari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tadbirlar</a:t>
            </a:r>
            <a:r>
              <a:rPr lang="en-US" dirty="0"/>
              <a:t> </a:t>
            </a:r>
            <a:r>
              <a:rPr lang="en-US" dirty="0" err="1"/>
              <a:t>hackatonlar</a:t>
            </a:r>
            <a:r>
              <a:rPr lang="en-US" dirty="0"/>
              <a:t> </a:t>
            </a:r>
            <a:r>
              <a:rPr lang="en-US" dirty="0" err="1"/>
              <a:t>musobaqalar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IT </a:t>
            </a:r>
            <a:r>
              <a:rPr lang="en-US" dirty="0" err="1"/>
              <a:t>Clublar</a:t>
            </a:r>
            <a:r>
              <a:rPr lang="en-US" dirty="0"/>
              <a:t>, Dev Club, Book Club …</a:t>
            </a:r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o’qish</a:t>
            </a:r>
            <a:r>
              <a:rPr lang="en-US" dirty="0"/>
              <a:t> </a:t>
            </a:r>
            <a:r>
              <a:rPr lang="en-US" dirty="0" err="1"/>
              <a:t>imkonyati</a:t>
            </a: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DB1194B5-14FB-457C-B1E8-BF566EEE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Talabalarga</a:t>
            </a:r>
            <a:r>
              <a:rPr lang="en-US" dirty="0"/>
              <a:t> </a:t>
            </a:r>
            <a:r>
              <a:rPr lang="en-US" dirty="0" err="1"/>
              <a:t>maslahatlar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Faol</a:t>
            </a:r>
            <a:r>
              <a:rPr dirty="0"/>
              <a:t> </a:t>
            </a:r>
            <a:r>
              <a:rPr dirty="0" err="1"/>
              <a:t>bo‘ling</a:t>
            </a:r>
            <a:r>
              <a:rPr dirty="0"/>
              <a:t>, </a:t>
            </a:r>
            <a:r>
              <a:rPr dirty="0" err="1"/>
              <a:t>savollar</a:t>
            </a:r>
            <a:r>
              <a:rPr dirty="0"/>
              <a:t> </a:t>
            </a:r>
            <a:r>
              <a:rPr dirty="0" err="1"/>
              <a:t>bering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Ustozlar</a:t>
            </a:r>
            <a:r>
              <a:rPr dirty="0"/>
              <a:t>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yaxshi</a:t>
            </a:r>
            <a:r>
              <a:rPr dirty="0"/>
              <a:t> </a:t>
            </a:r>
            <a:r>
              <a:rPr dirty="0" err="1"/>
              <a:t>kommunikatsiya</a:t>
            </a:r>
            <a:r>
              <a:rPr dirty="0"/>
              <a:t> </a:t>
            </a:r>
            <a:r>
              <a:rPr dirty="0" err="1"/>
              <a:t>qiling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Mustaqil</a:t>
            </a:r>
            <a:r>
              <a:rPr dirty="0"/>
              <a:t> </a:t>
            </a:r>
            <a:r>
              <a:rPr dirty="0" err="1"/>
              <a:t>o‘rganishni</a:t>
            </a:r>
            <a:r>
              <a:rPr dirty="0"/>
              <a:t> </a:t>
            </a:r>
            <a:r>
              <a:rPr dirty="0" err="1"/>
              <a:t>erta</a:t>
            </a:r>
            <a:r>
              <a:rPr dirty="0"/>
              <a:t> </a:t>
            </a:r>
            <a:r>
              <a:rPr dirty="0" err="1"/>
              <a:t>boshlang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Bootcamp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shogirdlikdan</a:t>
            </a:r>
            <a:r>
              <a:rPr dirty="0"/>
              <a:t> </a:t>
            </a:r>
            <a:r>
              <a:rPr dirty="0" err="1"/>
              <a:t>foydalaning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 err="1"/>
              <a:t>Vaqtingizni</a:t>
            </a:r>
            <a:r>
              <a:rPr dirty="0"/>
              <a:t> </a:t>
            </a:r>
            <a:r>
              <a:rPr dirty="0" err="1"/>
              <a:t>bekorga</a:t>
            </a:r>
            <a:r>
              <a:rPr dirty="0"/>
              <a:t> </a:t>
            </a:r>
            <a:r>
              <a:rPr dirty="0" err="1"/>
              <a:t>sarflamang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yordam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bo’lsa</a:t>
            </a:r>
            <a:r>
              <a:rPr lang="en-US" dirty="0"/>
              <a:t> </a:t>
            </a:r>
            <a:r>
              <a:rPr lang="en-US" dirty="0" err="1"/>
              <a:t>bemalol</a:t>
            </a:r>
            <a:r>
              <a:rPr lang="en-US" dirty="0"/>
              <a:t> </a:t>
            </a:r>
            <a:r>
              <a:rPr lang="en-US" dirty="0" err="1"/>
              <a:t>murojat</a:t>
            </a:r>
            <a:r>
              <a:rPr lang="en-US" dirty="0"/>
              <a:t> </a:t>
            </a:r>
            <a:r>
              <a:rPr lang="en-US" dirty="0" err="1"/>
              <a:t>qiling</a:t>
            </a:r>
            <a:r>
              <a:rPr lang="en-US" dirty="0"/>
              <a:t>. </a:t>
            </a:r>
            <a:r>
              <a:rPr lang="en-US" dirty="0" err="1"/>
              <a:t>Muhimi</a:t>
            </a:r>
            <a:r>
              <a:rPr lang="en-US" dirty="0"/>
              <a:t> </a:t>
            </a:r>
            <a:r>
              <a:rPr lang="en-US" dirty="0" err="1"/>
              <a:t>uyalmang</a:t>
            </a:r>
            <a:r>
              <a:rPr lang="en-US" dirty="0"/>
              <a:t>!</a:t>
            </a:r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9426017E-F95A-4697-B333-E7D8B57F2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0064" y="28417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PDP – sizning IT sohasida yorqin kelajagingiz sari tashlangan eng muhim qadam!</a:t>
            </a:r>
            <a:br/>
            <a:r>
              <a:t>Bugundan boshlab faol o‘qing, rivojlaning va imkoniyatlardan foydalaning!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7C0B4A28-801A-4332-9CDB-7A03211B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6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291</TotalTime>
  <Words>413</Words>
  <Application>Microsoft Office PowerPoint</Application>
  <PresentationFormat>Custom</PresentationFormat>
  <Paragraphs>83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Corbel</vt:lpstr>
      <vt:lpstr>Wingdings</vt:lpstr>
      <vt:lpstr>Banded</vt:lpstr>
      <vt:lpstr>PDP Universitetiga Xush Kelibsiz!</vt:lpstr>
      <vt:lpstr>PDP nima?</vt:lpstr>
      <vt:lpstr>BuYUK BRITANIYA TA’LIM TIZMI</vt:lpstr>
      <vt:lpstr>PDP Universitetining Afzalliklari</vt:lpstr>
      <vt:lpstr>Baholash tizimi</vt:lpstr>
      <vt:lpstr>Davomat</vt:lpstr>
      <vt:lpstr>Universitet  rahbariyati</vt:lpstr>
      <vt:lpstr>1-Kurs Fanlari: I Semestr</vt:lpstr>
      <vt:lpstr>1-Kurs Fanlari: II Semestr</vt:lpstr>
      <vt:lpstr>2-Kurs Yo‘nalishlari</vt:lpstr>
      <vt:lpstr>PDP orqali Shaxsiy Rivojlanish</vt:lpstr>
      <vt:lpstr>Talabalarga maslahatlar:</vt:lpstr>
      <vt:lpstr>Xulosa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PDP Universitetiga Xush Kelibsiz!</dc:title>
  <dc:subject/>
  <dc:creator>Cyber</dc:creator>
  <cp:keywords/>
  <dc:description>generated using python-pptx</dc:description>
  <cp:lastModifiedBy>raximovatam999@gmail.com</cp:lastModifiedBy>
  <cp:revision>15</cp:revision>
  <dcterms:created xsi:type="dcterms:W3CDTF">2013-01-27T09:14:16Z</dcterms:created>
  <dcterms:modified xsi:type="dcterms:W3CDTF">2025-09-18T10:56:46Z</dcterms:modified>
  <cp:category/>
</cp:coreProperties>
</file>